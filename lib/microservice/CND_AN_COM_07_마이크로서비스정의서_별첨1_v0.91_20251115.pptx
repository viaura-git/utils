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56" r:id="rId5"/>
    <p:sldId id="515" r:id="rId6"/>
    <p:sldId id="4958" r:id="rId7"/>
    <p:sldId id="4960" r:id="rId8"/>
    <p:sldId id="4961" r:id="rId9"/>
    <p:sldId id="4962" r:id="rId10"/>
    <p:sldId id="356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EEEE"/>
    <a:srgbClr val="FFFFFF"/>
    <a:srgbClr val="CCCCCC"/>
    <a:srgbClr val="DAE3F3"/>
    <a:srgbClr val="D9D9D9"/>
    <a:srgbClr val="2F5597"/>
    <a:srgbClr val="BFBFBF"/>
    <a:srgbClr val="D3D3D3"/>
    <a:srgbClr val="F2F2F2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183" autoAdjust="0"/>
    <p:restoredTop sz="97470" autoAdjust="0"/>
  </p:normalViewPr>
  <p:slideViewPr>
    <p:cSldViewPr snapToGrid="0">
      <p:cViewPr varScale="1">
        <p:scale>
          <a:sx n="209" d="100"/>
          <a:sy n="209" d="100"/>
        </p:scale>
        <p:origin x="192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09779E60-BFA5-4658-BE90-F2937AF589A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4AFA836-AFDB-4D02-A836-0040C7236D2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3B8ABF-152D-4B9D-9AD8-D494F605AD8D}" type="datetimeFigureOut">
              <a:rPr lang="ko-KR" altLang="en-US" smtClean="0"/>
              <a:t>2025. 11. 15.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5727783-997B-434A-9248-83FA3D1F8E1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97FE00A-175C-4074-9C8F-146585F431C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F4EFB8-CC24-49D0-8DA9-244C5A1431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26207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75120-3006-4E7C-8C68-A07644B2A606}" type="datetimeFigureOut">
              <a:rPr lang="ko-KR" altLang="en-US" smtClean="0"/>
              <a:t>2025. 11. 15.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5815C5-07CC-4792-9E6B-EC70029039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087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5815C5-07CC-4792-9E6B-EC70029039E0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82482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5815C5-07CC-4792-9E6B-EC70029039E0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20544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9CE5C-6A7E-FB7B-C401-5ED15937F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B046E5C-D2D0-CAB2-2BAE-B8F6DB44FE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F644FC5-2DC0-5668-A474-035A0CC39D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758C9B-4341-E177-FC06-E3B1F6D50F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5815C5-07CC-4792-9E6B-EC70029039E0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5043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24536-C5E1-506F-62D1-97A8AF611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F4235DF-BBB9-7754-2660-2BDF6C374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2019064-795F-EC79-0CA2-E1FD99D30B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8B389C-3D3E-8C64-6746-14115AF259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5815C5-07CC-4792-9E6B-EC70029039E0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87169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3CC60-6857-4187-EDFE-FD9E0BEDD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EF95D90-5153-3CA0-7BCD-D6626A3DC3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6F5460A-6C67-1472-CFD6-FC08C85636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1F45445-0648-E588-DEB7-55CCEA10FB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5815C5-07CC-4792-9E6B-EC70029039E0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4609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A247E7-1FE9-4A6E-B2E1-57EC5B8CB069}" type="slidenum">
              <a:rPr lang="ko-KR" altLang="en-US" smtClean="0"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12814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sv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6.jpeg"/><Relationship Id="rId4" Type="http://schemas.openxmlformats.org/officeDocument/2006/relationships/image" Target="../media/image5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(앞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명함이(가) 표시된 사진&#10;&#10;자동 생성된 설명">
            <a:extLst>
              <a:ext uri="{FF2B5EF4-FFF2-40B4-BE49-F238E27FC236}">
                <a16:creationId xmlns:a16="http://schemas.microsoft.com/office/drawing/2014/main" id="{B836A82C-92D1-4AB1-BB75-7D76FBBC038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1"/>
          <a:stretch/>
        </p:blipFill>
        <p:spPr>
          <a:xfrm>
            <a:off x="0" y="4035971"/>
            <a:ext cx="12191999" cy="2822029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6F041046-AD9B-4674-B9E5-CC64F8B9182A}"/>
              </a:ext>
            </a:extLst>
          </p:cNvPr>
          <p:cNvSpPr/>
          <p:nvPr userDrawn="1"/>
        </p:nvSpPr>
        <p:spPr>
          <a:xfrm>
            <a:off x="586151" y="3539034"/>
            <a:ext cx="4480225" cy="16633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55DA738-A59C-4B03-92F4-96E1B192F2EB}"/>
              </a:ext>
            </a:extLst>
          </p:cNvPr>
          <p:cNvSpPr/>
          <p:nvPr userDrawn="1"/>
        </p:nvSpPr>
        <p:spPr>
          <a:xfrm>
            <a:off x="10375258" y="6104711"/>
            <a:ext cx="1577588" cy="428897"/>
          </a:xfrm>
          <a:prstGeom prst="rect">
            <a:avLst/>
          </a:prstGeom>
          <a:solidFill>
            <a:srgbClr val="4440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pic>
        <p:nvPicPr>
          <p:cNvPr id="11" name="그림 10" descr="그리기, 옅은이(가) 표시된 사진&#10;&#10;자동 생성된 설명">
            <a:extLst>
              <a:ext uri="{FF2B5EF4-FFF2-40B4-BE49-F238E27FC236}">
                <a16:creationId xmlns:a16="http://schemas.microsoft.com/office/drawing/2014/main" id="{7D2BB8D1-49BD-4B35-9209-5B07CD796B8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8841" y="6409113"/>
            <a:ext cx="1314006" cy="286692"/>
          </a:xfrm>
          <a:prstGeom prst="rect">
            <a:avLst/>
          </a:prstGeom>
        </p:spPr>
      </p:pic>
      <p:grpSp>
        <p:nvGrpSpPr>
          <p:cNvPr id="12" name="그룹 11">
            <a:extLst>
              <a:ext uri="{FF2B5EF4-FFF2-40B4-BE49-F238E27FC236}">
                <a16:creationId xmlns:a16="http://schemas.microsoft.com/office/drawing/2014/main" id="{7380A99E-A0CF-46AE-8850-3308B0ECE40B}"/>
              </a:ext>
            </a:extLst>
          </p:cNvPr>
          <p:cNvGrpSpPr/>
          <p:nvPr userDrawn="1"/>
        </p:nvGrpSpPr>
        <p:grpSpPr>
          <a:xfrm>
            <a:off x="782335" y="1929966"/>
            <a:ext cx="6120000" cy="50407"/>
            <a:chOff x="1114401" y="2928934"/>
            <a:chExt cx="5805528" cy="4571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D85A10CF-3AE9-4A11-845D-BC300BF6E9F1}"/>
                </a:ext>
              </a:extLst>
            </p:cNvPr>
            <p:cNvSpPr/>
            <p:nvPr userDrawn="1"/>
          </p:nvSpPr>
          <p:spPr>
            <a:xfrm>
              <a:off x="1114401" y="2928934"/>
              <a:ext cx="3857652" cy="4571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956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97845" algn="l" defTabSz="9956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95690" algn="l" defTabSz="9956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493535" algn="l" defTabSz="9956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991380" algn="l" defTabSz="9956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489225" algn="l" defTabSz="9956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987070" algn="l" defTabSz="9956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484916" algn="l" defTabSz="9956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982761" algn="l" defTabSz="9956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2D2B9E3A-FE80-4E9B-A1D0-320EF9916507}"/>
                </a:ext>
              </a:extLst>
            </p:cNvPr>
            <p:cNvSpPr/>
            <p:nvPr userDrawn="1"/>
          </p:nvSpPr>
          <p:spPr>
            <a:xfrm>
              <a:off x="5014916" y="2928934"/>
              <a:ext cx="928694" cy="45719"/>
            </a:xfrm>
            <a:prstGeom prst="rect">
              <a:avLst/>
            </a:prstGeom>
            <a:solidFill>
              <a:srgbClr val="2371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956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97845" algn="l" defTabSz="9956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95690" algn="l" defTabSz="9956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493535" algn="l" defTabSz="9956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991380" algn="l" defTabSz="9956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489225" algn="l" defTabSz="9956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987070" algn="l" defTabSz="9956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484916" algn="l" defTabSz="9956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982761" algn="l" defTabSz="9956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3A35135D-7831-4FEB-9E24-B1888B484CDA}"/>
                </a:ext>
              </a:extLst>
            </p:cNvPr>
            <p:cNvSpPr/>
            <p:nvPr userDrawn="1"/>
          </p:nvSpPr>
          <p:spPr>
            <a:xfrm>
              <a:off x="5991235" y="2928934"/>
              <a:ext cx="928694" cy="4571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956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97845" algn="l" defTabSz="9956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95690" algn="l" defTabSz="9956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493535" algn="l" defTabSz="9956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991380" algn="l" defTabSz="9956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489225" algn="l" defTabSz="9956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987070" algn="l" defTabSz="9956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484916" algn="l" defTabSz="9956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982761" algn="l" defTabSz="9956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7424689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D2F86199-8B9C-1004-1E06-44E73E23700A}"/>
              </a:ext>
            </a:extLst>
          </p:cNvPr>
          <p:cNvSpPr/>
          <p:nvPr userDrawn="1"/>
        </p:nvSpPr>
        <p:spPr>
          <a:xfrm>
            <a:off x="-1" y="6516915"/>
            <a:ext cx="12192001" cy="34108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 descr="그리기, 옅은이(가) 표시된 사진&#10;&#10;자동 생성된 설명">
            <a:extLst>
              <a:ext uri="{FF2B5EF4-FFF2-40B4-BE49-F238E27FC236}">
                <a16:creationId xmlns:a16="http://schemas.microsoft.com/office/drawing/2014/main" id="{4B671840-BC2F-4F9F-8B7D-A86AB1B821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6625" y="2857500"/>
            <a:ext cx="5238750" cy="1143000"/>
          </a:xfrm>
          <a:prstGeom prst="rect">
            <a:avLst/>
          </a:prstGeom>
        </p:spPr>
      </p:pic>
      <p:pic>
        <p:nvPicPr>
          <p:cNvPr id="8" name="그래픽 7">
            <a:extLst>
              <a:ext uri="{FF2B5EF4-FFF2-40B4-BE49-F238E27FC236}">
                <a16:creationId xmlns:a16="http://schemas.microsoft.com/office/drawing/2014/main" id="{4B18988D-6FE2-4EEB-966A-F2160738EA2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" y="0"/>
            <a:ext cx="883008" cy="40059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276B82A-B83B-4A8A-B847-2BCC9A14D5F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3916"/>
            <a:ext cx="12192000" cy="37975"/>
          </a:xfrm>
          <a:prstGeom prst="rect">
            <a:avLst/>
          </a:prstGeom>
        </p:spPr>
      </p:pic>
      <p:sp>
        <p:nvSpPr>
          <p:cNvPr id="3" name="Rectangle 85">
            <a:extLst>
              <a:ext uri="{FF2B5EF4-FFF2-40B4-BE49-F238E27FC236}">
                <a16:creationId xmlns:a16="http://schemas.microsoft.com/office/drawing/2014/main" id="{23E3DDC2-EF4F-3B50-55C3-4A6AC29A62FD}"/>
              </a:ext>
            </a:extLst>
          </p:cNvPr>
          <p:cNvSpPr txBox="1">
            <a:spLocks noGrp="1" noChangeArrowheads="1"/>
          </p:cNvSpPr>
          <p:nvPr userDrawn="1"/>
        </p:nvSpPr>
        <p:spPr bwMode="auto">
          <a:xfrm>
            <a:off x="5691179" y="6611671"/>
            <a:ext cx="806450" cy="22794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3" tIns="45712" rIns="91423" bIns="45712" anchor="ctr"/>
          <a:lstStyle>
            <a:lvl1pPr defTabSz="912813" eaLnBrk="0" hangingPunct="0">
              <a:defRPr kumimoji="1" sz="1100">
                <a:solidFill>
                  <a:schemeClr val="tx1"/>
                </a:solidFill>
                <a:latin typeface="나눔고딕 ExtraBold" pitchFamily="18" charset="-127"/>
                <a:ea typeface="나눔고딕 ExtraBold" pitchFamily="18" charset="-127"/>
              </a:defRPr>
            </a:lvl1pPr>
            <a:lvl2pPr marL="742950" indent="-285750" defTabSz="912813" eaLnBrk="0" hangingPunct="0">
              <a:defRPr kumimoji="1" sz="1100">
                <a:solidFill>
                  <a:schemeClr val="tx1"/>
                </a:solidFill>
                <a:latin typeface="나눔고딕 ExtraBold" pitchFamily="18" charset="-127"/>
                <a:ea typeface="나눔고딕 ExtraBold" pitchFamily="18" charset="-127"/>
              </a:defRPr>
            </a:lvl2pPr>
            <a:lvl3pPr marL="1143000" indent="-228600" defTabSz="912813" eaLnBrk="0" hangingPunct="0">
              <a:defRPr kumimoji="1" sz="1100">
                <a:solidFill>
                  <a:schemeClr val="tx1"/>
                </a:solidFill>
                <a:latin typeface="나눔고딕 ExtraBold" pitchFamily="18" charset="-127"/>
                <a:ea typeface="나눔고딕 ExtraBold" pitchFamily="18" charset="-127"/>
              </a:defRPr>
            </a:lvl3pPr>
            <a:lvl4pPr marL="1600200" indent="-228600" defTabSz="912813" eaLnBrk="0" hangingPunct="0">
              <a:defRPr kumimoji="1" sz="1100">
                <a:solidFill>
                  <a:schemeClr val="tx1"/>
                </a:solidFill>
                <a:latin typeface="나눔고딕 ExtraBold" pitchFamily="18" charset="-127"/>
                <a:ea typeface="나눔고딕 ExtraBold" pitchFamily="18" charset="-127"/>
              </a:defRPr>
            </a:lvl4pPr>
            <a:lvl5pPr marL="2057400" indent="-228600" defTabSz="912813" eaLnBrk="0" hangingPunct="0">
              <a:defRPr kumimoji="1" sz="1100">
                <a:solidFill>
                  <a:schemeClr val="tx1"/>
                </a:solidFill>
                <a:latin typeface="나눔고딕 ExtraBold" pitchFamily="18" charset="-127"/>
                <a:ea typeface="나눔고딕 ExtraBold" pitchFamily="18" charset="-127"/>
              </a:defRPr>
            </a:lvl5pPr>
            <a:lvl6pPr marL="2514600" indent="-228600" algn="ctr" defTabSz="912813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나눔고딕 ExtraBold" pitchFamily="18" charset="-127"/>
                <a:ea typeface="나눔고딕 ExtraBold" pitchFamily="18" charset="-127"/>
              </a:defRPr>
            </a:lvl6pPr>
            <a:lvl7pPr marL="2971800" indent="-228600" algn="ctr" defTabSz="912813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나눔고딕 ExtraBold" pitchFamily="18" charset="-127"/>
                <a:ea typeface="나눔고딕 ExtraBold" pitchFamily="18" charset="-127"/>
              </a:defRPr>
            </a:lvl7pPr>
            <a:lvl8pPr marL="3429000" indent="-228600" algn="ctr" defTabSz="912813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나눔고딕 ExtraBold" pitchFamily="18" charset="-127"/>
                <a:ea typeface="나눔고딕 ExtraBold" pitchFamily="18" charset="-127"/>
              </a:defRPr>
            </a:lvl8pPr>
            <a:lvl9pPr marL="3886200" indent="-228600" algn="ctr" defTabSz="912813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나눔고딕 ExtraBold" pitchFamily="18" charset="-127"/>
                <a:ea typeface="나눔고딕 ExtraBold" pitchFamily="18" charset="-127"/>
              </a:defRPr>
            </a:lvl9pPr>
          </a:lstStyle>
          <a:p>
            <a:pPr algn="ctr" eaLnBrk="1" latinLnBrk="0" hangingPunct="1">
              <a:spcBef>
                <a:spcPct val="50000"/>
              </a:spcBef>
              <a:defRPr/>
            </a:pPr>
            <a:fld id="{2BD1E44E-FABD-4249-994C-A91FFA6C7C7A}" type="slidenum">
              <a:rPr kumimoji="0" lang="en-US" altLang="ko-KR" sz="900" spc="-100" baseline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 eaLnBrk="1" latinLnBrk="0" hangingPunct="1">
                <a:spcBef>
                  <a:spcPct val="50000"/>
                </a:spcBef>
                <a:defRPr/>
              </a:pPr>
              <a:t>‹#›</a:t>
            </a:fld>
            <a:endParaRPr kumimoji="0" lang="en-US" altLang="ko-KR" sz="900" spc="-100" baseline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06F8F01-7E70-1BAF-76C0-8A7EC2A5C2A5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60" y="6635213"/>
            <a:ext cx="1220104" cy="10539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044CF28-08CC-4F30-B758-D1BB432A28B7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499377" y="6600293"/>
            <a:ext cx="702317" cy="156426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28BF7CE5-ADE6-B2CF-D6D4-277BB14E3243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4246" y="6614510"/>
            <a:ext cx="806450" cy="1874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9069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화면설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그리기, 옅은이(가) 표시된 사진&#10;&#10;자동 생성된 설명">
            <a:extLst>
              <a:ext uri="{FF2B5EF4-FFF2-40B4-BE49-F238E27FC236}">
                <a16:creationId xmlns:a16="http://schemas.microsoft.com/office/drawing/2014/main" id="{D64AE539-FA22-4AA6-B652-E5361BDBE7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6625" y="2974730"/>
            <a:ext cx="5238750" cy="1143000"/>
          </a:xfrm>
          <a:prstGeom prst="rect">
            <a:avLst/>
          </a:prstGeom>
        </p:spPr>
      </p:pic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274AA3DA-008A-4967-A7BA-CF87E5E75AB9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526794572"/>
              </p:ext>
            </p:extLst>
          </p:nvPr>
        </p:nvGraphicFramePr>
        <p:xfrm>
          <a:off x="0" y="425277"/>
          <a:ext cx="12191999" cy="60916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29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95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77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909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50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67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Verdana" pitchFamily="34" charset="0"/>
                        </a:rPr>
                        <a:t>페이지 번호</a:t>
                      </a:r>
                    </a:p>
                  </a:txBody>
                  <a:tcPr marL="0" marR="0" marT="42339" marB="42339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0" marR="0" marT="42339" marB="42339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Verdana" pitchFamily="34" charset="0"/>
                        </a:rPr>
                        <a:t>페이지 명칭</a:t>
                      </a:r>
                    </a:p>
                  </a:txBody>
                  <a:tcPr marL="0" marR="0" marT="42339" marB="42339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0" marR="0" marT="42339" marB="42339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0" marR="0" marT="42339" marB="42339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0" marR="0" marT="42339" marB="42339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Verdana" pitchFamily="34" charset="0"/>
                        </a:rPr>
                        <a:t>페이지 경로</a:t>
                      </a:r>
                    </a:p>
                  </a:txBody>
                  <a:tcPr marL="0" marR="0" marT="42339" marB="42339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0" marR="0" marT="42339" marB="42339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b="1" dirty="0">
                        <a:solidFill>
                          <a:schemeClr val="tx1"/>
                        </a:solidFill>
                        <a:latin typeface="Verdana" pitchFamily="34" charset="0"/>
                        <a:ea typeface="돋움" pitchFamily="50" charset="-127"/>
                        <a:cs typeface="Verdana" pitchFamily="34" charset="0"/>
                      </a:endParaRPr>
                    </a:p>
                  </a:txBody>
                  <a:tcPr marL="36000" marR="36000" marT="46800" marB="4680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700" b="0" dirty="0">
                        <a:solidFill>
                          <a:schemeClr val="tx1"/>
                        </a:solidFill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36000" marR="36000" marT="46800" marB="4680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Verdana" pitchFamily="34" charset="0"/>
                        </a:rPr>
                        <a:t>작성자</a:t>
                      </a:r>
                    </a:p>
                  </a:txBody>
                  <a:tcPr marL="0" marR="0" marT="42339" marB="42339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0" marR="0" marT="42339" marB="42339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501">
                <a:tc rowSpan="2" gridSpan="4">
                  <a:txBody>
                    <a:bodyPr/>
                    <a:lstStyle/>
                    <a:p>
                      <a:pPr latinLnBrk="1"/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0" marR="0" marT="42339" marB="42339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marL="36000" marR="36000" marT="46800" marB="4680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Verdana" pitchFamily="34" charset="0"/>
                        </a:rPr>
                        <a:t> Description</a:t>
                      </a:r>
                    </a:p>
                  </a:txBody>
                  <a:tcPr marL="0" marR="0" marT="42339" marB="42339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chemeClr val="tx1"/>
                        </a:solidFill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36000" marR="36000" marT="46800" marB="4680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89134"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 sz="800" b="1" dirty="0">
                        <a:solidFill>
                          <a:schemeClr val="tx1"/>
                        </a:solidFill>
                        <a:latin typeface="Verdana" pitchFamily="34" charset="0"/>
                        <a:ea typeface="돋움" pitchFamily="50" charset="-127"/>
                        <a:cs typeface="Verdana" pitchFamily="34" charset="0"/>
                      </a:endParaRPr>
                    </a:p>
                  </a:txBody>
                  <a:tcPr marL="36000" marR="36000" marT="46800" marB="4680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marL="36000" marR="36000" marT="46800" marB="4680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0" marR="0" marT="42339" marB="42339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chemeClr val="tx1"/>
                        </a:solidFill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36000" marR="36000" marT="46800" marB="4680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9" name="그래픽 8">
            <a:extLst>
              <a:ext uri="{FF2B5EF4-FFF2-40B4-BE49-F238E27FC236}">
                <a16:creationId xmlns:a16="http://schemas.microsoft.com/office/drawing/2014/main" id="{23FB074B-61F4-2D29-2E9A-D7761CFE6A1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" y="0"/>
            <a:ext cx="883008" cy="40059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5826B6A-DF00-974F-5EC4-CBBF31D22D2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3916"/>
            <a:ext cx="12192000" cy="37975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6692DB89-560E-C5C2-C4E1-8DCDC5B2B8C3}"/>
              </a:ext>
            </a:extLst>
          </p:cNvPr>
          <p:cNvSpPr/>
          <p:nvPr userDrawn="1"/>
        </p:nvSpPr>
        <p:spPr>
          <a:xfrm>
            <a:off x="-1" y="6516915"/>
            <a:ext cx="12192001" cy="34108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Rectangle 85">
            <a:extLst>
              <a:ext uri="{FF2B5EF4-FFF2-40B4-BE49-F238E27FC236}">
                <a16:creationId xmlns:a16="http://schemas.microsoft.com/office/drawing/2014/main" id="{0988ECC6-3CC4-F164-706D-72BD17BD7DB0}"/>
              </a:ext>
            </a:extLst>
          </p:cNvPr>
          <p:cNvSpPr txBox="1">
            <a:spLocks noGrp="1" noChangeArrowheads="1"/>
          </p:cNvSpPr>
          <p:nvPr userDrawn="1"/>
        </p:nvSpPr>
        <p:spPr bwMode="auto">
          <a:xfrm>
            <a:off x="5691179" y="6611671"/>
            <a:ext cx="806450" cy="22794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3" tIns="45712" rIns="91423" bIns="45712" anchor="ctr"/>
          <a:lstStyle>
            <a:lvl1pPr defTabSz="912813" eaLnBrk="0" hangingPunct="0">
              <a:defRPr kumimoji="1" sz="1100">
                <a:solidFill>
                  <a:schemeClr val="tx1"/>
                </a:solidFill>
                <a:latin typeface="나눔고딕 ExtraBold" pitchFamily="18" charset="-127"/>
                <a:ea typeface="나눔고딕 ExtraBold" pitchFamily="18" charset="-127"/>
              </a:defRPr>
            </a:lvl1pPr>
            <a:lvl2pPr marL="742950" indent="-285750" defTabSz="912813" eaLnBrk="0" hangingPunct="0">
              <a:defRPr kumimoji="1" sz="1100">
                <a:solidFill>
                  <a:schemeClr val="tx1"/>
                </a:solidFill>
                <a:latin typeface="나눔고딕 ExtraBold" pitchFamily="18" charset="-127"/>
                <a:ea typeface="나눔고딕 ExtraBold" pitchFamily="18" charset="-127"/>
              </a:defRPr>
            </a:lvl2pPr>
            <a:lvl3pPr marL="1143000" indent="-228600" defTabSz="912813" eaLnBrk="0" hangingPunct="0">
              <a:defRPr kumimoji="1" sz="1100">
                <a:solidFill>
                  <a:schemeClr val="tx1"/>
                </a:solidFill>
                <a:latin typeface="나눔고딕 ExtraBold" pitchFamily="18" charset="-127"/>
                <a:ea typeface="나눔고딕 ExtraBold" pitchFamily="18" charset="-127"/>
              </a:defRPr>
            </a:lvl3pPr>
            <a:lvl4pPr marL="1600200" indent="-228600" defTabSz="912813" eaLnBrk="0" hangingPunct="0">
              <a:defRPr kumimoji="1" sz="1100">
                <a:solidFill>
                  <a:schemeClr val="tx1"/>
                </a:solidFill>
                <a:latin typeface="나눔고딕 ExtraBold" pitchFamily="18" charset="-127"/>
                <a:ea typeface="나눔고딕 ExtraBold" pitchFamily="18" charset="-127"/>
              </a:defRPr>
            </a:lvl4pPr>
            <a:lvl5pPr marL="2057400" indent="-228600" defTabSz="912813" eaLnBrk="0" hangingPunct="0">
              <a:defRPr kumimoji="1" sz="1100">
                <a:solidFill>
                  <a:schemeClr val="tx1"/>
                </a:solidFill>
                <a:latin typeface="나눔고딕 ExtraBold" pitchFamily="18" charset="-127"/>
                <a:ea typeface="나눔고딕 ExtraBold" pitchFamily="18" charset="-127"/>
              </a:defRPr>
            </a:lvl5pPr>
            <a:lvl6pPr marL="2514600" indent="-228600" algn="ctr" defTabSz="912813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나눔고딕 ExtraBold" pitchFamily="18" charset="-127"/>
                <a:ea typeface="나눔고딕 ExtraBold" pitchFamily="18" charset="-127"/>
              </a:defRPr>
            </a:lvl6pPr>
            <a:lvl7pPr marL="2971800" indent="-228600" algn="ctr" defTabSz="912813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나눔고딕 ExtraBold" pitchFamily="18" charset="-127"/>
                <a:ea typeface="나눔고딕 ExtraBold" pitchFamily="18" charset="-127"/>
              </a:defRPr>
            </a:lvl7pPr>
            <a:lvl8pPr marL="3429000" indent="-228600" algn="ctr" defTabSz="912813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나눔고딕 ExtraBold" pitchFamily="18" charset="-127"/>
                <a:ea typeface="나눔고딕 ExtraBold" pitchFamily="18" charset="-127"/>
              </a:defRPr>
            </a:lvl8pPr>
            <a:lvl9pPr marL="3886200" indent="-228600" algn="ctr" defTabSz="912813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나눔고딕 ExtraBold" pitchFamily="18" charset="-127"/>
                <a:ea typeface="나눔고딕 ExtraBold" pitchFamily="18" charset="-127"/>
              </a:defRPr>
            </a:lvl9pPr>
          </a:lstStyle>
          <a:p>
            <a:pPr algn="ctr" eaLnBrk="1" latinLnBrk="0" hangingPunct="1">
              <a:spcBef>
                <a:spcPct val="50000"/>
              </a:spcBef>
              <a:defRPr/>
            </a:pPr>
            <a:fld id="{2BD1E44E-FABD-4249-994C-A91FFA6C7C7A}" type="slidenum">
              <a:rPr kumimoji="0" lang="en-US" altLang="ko-KR" sz="900" spc="-100" baseline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 eaLnBrk="1" latinLnBrk="0" hangingPunct="1">
                <a:spcBef>
                  <a:spcPct val="50000"/>
                </a:spcBef>
                <a:defRPr/>
              </a:pPr>
              <a:t>‹#›</a:t>
            </a:fld>
            <a:endParaRPr kumimoji="0" lang="en-US" altLang="ko-KR" sz="900" spc="-100" baseline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0196C0B2-CF22-6266-542E-6DB0096224F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4246" y="6614510"/>
            <a:ext cx="806450" cy="1874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E6A50F36-BCB9-8516-AE97-04B6079EF709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60" y="6635213"/>
            <a:ext cx="1220104" cy="105391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91A53386-D272-7D4B-F42E-EA7C6A7C2E8E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499377" y="6600293"/>
            <a:ext cx="702317" cy="156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193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D8BE2B6-21D1-663B-61F1-AA0C626AFB19}"/>
              </a:ext>
            </a:extLst>
          </p:cNvPr>
          <p:cNvSpPr/>
          <p:nvPr userDrawn="1"/>
        </p:nvSpPr>
        <p:spPr>
          <a:xfrm>
            <a:off x="-1" y="6516915"/>
            <a:ext cx="12192001" cy="34108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Rectangle 85">
            <a:extLst>
              <a:ext uri="{FF2B5EF4-FFF2-40B4-BE49-F238E27FC236}">
                <a16:creationId xmlns:a16="http://schemas.microsoft.com/office/drawing/2014/main" id="{7EA34BB3-0221-8563-9FD9-060B4D9DD645}"/>
              </a:ext>
            </a:extLst>
          </p:cNvPr>
          <p:cNvSpPr txBox="1">
            <a:spLocks noGrp="1" noChangeArrowheads="1"/>
          </p:cNvSpPr>
          <p:nvPr userDrawn="1"/>
        </p:nvSpPr>
        <p:spPr bwMode="auto">
          <a:xfrm>
            <a:off x="5691179" y="6611671"/>
            <a:ext cx="806450" cy="22794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3" tIns="45712" rIns="91423" bIns="45712" anchor="ctr"/>
          <a:lstStyle>
            <a:lvl1pPr defTabSz="912813" eaLnBrk="0" hangingPunct="0">
              <a:defRPr kumimoji="1" sz="1100">
                <a:solidFill>
                  <a:schemeClr val="tx1"/>
                </a:solidFill>
                <a:latin typeface="나눔고딕 ExtraBold" pitchFamily="18" charset="-127"/>
                <a:ea typeface="나눔고딕 ExtraBold" pitchFamily="18" charset="-127"/>
              </a:defRPr>
            </a:lvl1pPr>
            <a:lvl2pPr marL="742950" indent="-285750" defTabSz="912813" eaLnBrk="0" hangingPunct="0">
              <a:defRPr kumimoji="1" sz="1100">
                <a:solidFill>
                  <a:schemeClr val="tx1"/>
                </a:solidFill>
                <a:latin typeface="나눔고딕 ExtraBold" pitchFamily="18" charset="-127"/>
                <a:ea typeface="나눔고딕 ExtraBold" pitchFamily="18" charset="-127"/>
              </a:defRPr>
            </a:lvl2pPr>
            <a:lvl3pPr marL="1143000" indent="-228600" defTabSz="912813" eaLnBrk="0" hangingPunct="0">
              <a:defRPr kumimoji="1" sz="1100">
                <a:solidFill>
                  <a:schemeClr val="tx1"/>
                </a:solidFill>
                <a:latin typeface="나눔고딕 ExtraBold" pitchFamily="18" charset="-127"/>
                <a:ea typeface="나눔고딕 ExtraBold" pitchFamily="18" charset="-127"/>
              </a:defRPr>
            </a:lvl3pPr>
            <a:lvl4pPr marL="1600200" indent="-228600" defTabSz="912813" eaLnBrk="0" hangingPunct="0">
              <a:defRPr kumimoji="1" sz="1100">
                <a:solidFill>
                  <a:schemeClr val="tx1"/>
                </a:solidFill>
                <a:latin typeface="나눔고딕 ExtraBold" pitchFamily="18" charset="-127"/>
                <a:ea typeface="나눔고딕 ExtraBold" pitchFamily="18" charset="-127"/>
              </a:defRPr>
            </a:lvl4pPr>
            <a:lvl5pPr marL="2057400" indent="-228600" defTabSz="912813" eaLnBrk="0" hangingPunct="0">
              <a:defRPr kumimoji="1" sz="1100">
                <a:solidFill>
                  <a:schemeClr val="tx1"/>
                </a:solidFill>
                <a:latin typeface="나눔고딕 ExtraBold" pitchFamily="18" charset="-127"/>
                <a:ea typeface="나눔고딕 ExtraBold" pitchFamily="18" charset="-127"/>
              </a:defRPr>
            </a:lvl5pPr>
            <a:lvl6pPr marL="2514600" indent="-228600" algn="ctr" defTabSz="912813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나눔고딕 ExtraBold" pitchFamily="18" charset="-127"/>
                <a:ea typeface="나눔고딕 ExtraBold" pitchFamily="18" charset="-127"/>
              </a:defRPr>
            </a:lvl6pPr>
            <a:lvl7pPr marL="2971800" indent="-228600" algn="ctr" defTabSz="912813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나눔고딕 ExtraBold" pitchFamily="18" charset="-127"/>
                <a:ea typeface="나눔고딕 ExtraBold" pitchFamily="18" charset="-127"/>
              </a:defRPr>
            </a:lvl7pPr>
            <a:lvl8pPr marL="3429000" indent="-228600" algn="ctr" defTabSz="912813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나눔고딕 ExtraBold" pitchFamily="18" charset="-127"/>
                <a:ea typeface="나눔고딕 ExtraBold" pitchFamily="18" charset="-127"/>
              </a:defRPr>
            </a:lvl8pPr>
            <a:lvl9pPr marL="3886200" indent="-228600" algn="ctr" defTabSz="912813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나눔고딕 ExtraBold" pitchFamily="18" charset="-127"/>
                <a:ea typeface="나눔고딕 ExtraBold" pitchFamily="18" charset="-127"/>
              </a:defRPr>
            </a:lvl9pPr>
          </a:lstStyle>
          <a:p>
            <a:pPr algn="ctr" eaLnBrk="1" latinLnBrk="0" hangingPunct="1">
              <a:spcBef>
                <a:spcPct val="50000"/>
              </a:spcBef>
              <a:defRPr/>
            </a:pPr>
            <a:fld id="{2BD1E44E-FABD-4249-994C-A91FFA6C7C7A}" type="slidenum">
              <a:rPr kumimoji="0" lang="en-US" altLang="ko-KR" sz="900" spc="-100" baseline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 eaLnBrk="1" latinLnBrk="0" hangingPunct="1">
                <a:spcBef>
                  <a:spcPct val="50000"/>
                </a:spcBef>
                <a:defRPr/>
              </a:pPr>
              <a:t>‹#›</a:t>
            </a:fld>
            <a:endParaRPr kumimoji="0" lang="en-US" altLang="ko-KR" sz="900" spc="-100" baseline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3ED5F6B-9DFF-04C7-982C-DCEB8934EC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56340" y="6608702"/>
            <a:ext cx="9017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F8B8121-208F-F26D-B366-7A61C09AC0D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60" y="6635213"/>
            <a:ext cx="1220104" cy="10539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52CA73E-4D7D-7579-A4C7-C083193F569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499377" y="6600293"/>
            <a:ext cx="702317" cy="156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301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85">
            <a:extLst>
              <a:ext uri="{FF2B5EF4-FFF2-40B4-BE49-F238E27FC236}">
                <a16:creationId xmlns:a16="http://schemas.microsoft.com/office/drawing/2014/main" id="{08437610-A89C-4843-8B5D-A3ACAE35238B}"/>
              </a:ext>
            </a:extLst>
          </p:cNvPr>
          <p:cNvSpPr txBox="1">
            <a:spLocks noGrp="1" noChangeArrowheads="1"/>
          </p:cNvSpPr>
          <p:nvPr userDrawn="1"/>
        </p:nvSpPr>
        <p:spPr bwMode="auto">
          <a:xfrm>
            <a:off x="5668497" y="6564210"/>
            <a:ext cx="855003" cy="2735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/>
          <a:lstStyle>
            <a:lvl1pPr defTabSz="912813" eaLnBrk="0" hangingPunct="0">
              <a:defRPr kumimoji="1" sz="1100">
                <a:solidFill>
                  <a:schemeClr val="tx1"/>
                </a:solidFill>
                <a:latin typeface="나눔고딕 ExtraBold" pitchFamily="18" charset="-127"/>
                <a:ea typeface="나눔고딕 ExtraBold" pitchFamily="18" charset="-127"/>
              </a:defRPr>
            </a:lvl1pPr>
            <a:lvl2pPr marL="742950" indent="-285750" defTabSz="912813" eaLnBrk="0" hangingPunct="0">
              <a:defRPr kumimoji="1" sz="1100">
                <a:solidFill>
                  <a:schemeClr val="tx1"/>
                </a:solidFill>
                <a:latin typeface="나눔고딕 ExtraBold" pitchFamily="18" charset="-127"/>
                <a:ea typeface="나눔고딕 ExtraBold" pitchFamily="18" charset="-127"/>
              </a:defRPr>
            </a:lvl2pPr>
            <a:lvl3pPr marL="1143000" indent="-228600" defTabSz="912813" eaLnBrk="0" hangingPunct="0">
              <a:defRPr kumimoji="1" sz="1100">
                <a:solidFill>
                  <a:schemeClr val="tx1"/>
                </a:solidFill>
                <a:latin typeface="나눔고딕 ExtraBold" pitchFamily="18" charset="-127"/>
                <a:ea typeface="나눔고딕 ExtraBold" pitchFamily="18" charset="-127"/>
              </a:defRPr>
            </a:lvl3pPr>
            <a:lvl4pPr marL="1600200" indent="-228600" defTabSz="912813" eaLnBrk="0" hangingPunct="0">
              <a:defRPr kumimoji="1" sz="1100">
                <a:solidFill>
                  <a:schemeClr val="tx1"/>
                </a:solidFill>
                <a:latin typeface="나눔고딕 ExtraBold" pitchFamily="18" charset="-127"/>
                <a:ea typeface="나눔고딕 ExtraBold" pitchFamily="18" charset="-127"/>
              </a:defRPr>
            </a:lvl4pPr>
            <a:lvl5pPr marL="2057400" indent="-228600" defTabSz="912813" eaLnBrk="0" hangingPunct="0">
              <a:defRPr kumimoji="1" sz="1100">
                <a:solidFill>
                  <a:schemeClr val="tx1"/>
                </a:solidFill>
                <a:latin typeface="나눔고딕 ExtraBold" pitchFamily="18" charset="-127"/>
                <a:ea typeface="나눔고딕 ExtraBold" pitchFamily="18" charset="-127"/>
              </a:defRPr>
            </a:lvl5pPr>
            <a:lvl6pPr marL="2514600" indent="-228600" algn="ctr" defTabSz="912813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나눔고딕 ExtraBold" pitchFamily="18" charset="-127"/>
                <a:ea typeface="나눔고딕 ExtraBold" pitchFamily="18" charset="-127"/>
              </a:defRPr>
            </a:lvl6pPr>
            <a:lvl7pPr marL="2971800" indent="-228600" algn="ctr" defTabSz="912813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나눔고딕 ExtraBold" pitchFamily="18" charset="-127"/>
                <a:ea typeface="나눔고딕 ExtraBold" pitchFamily="18" charset="-127"/>
              </a:defRPr>
            </a:lvl7pPr>
            <a:lvl8pPr marL="3429000" indent="-228600" algn="ctr" defTabSz="912813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나눔고딕 ExtraBold" pitchFamily="18" charset="-127"/>
                <a:ea typeface="나눔고딕 ExtraBold" pitchFamily="18" charset="-127"/>
              </a:defRPr>
            </a:lvl8pPr>
            <a:lvl9pPr marL="3886200" indent="-228600" algn="ctr" defTabSz="912813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나눔고딕 ExtraBold" pitchFamily="18" charset="-127"/>
                <a:ea typeface="나눔고딕 ExtraBold" pitchFamily="18" charset="-127"/>
              </a:defRPr>
            </a:lvl9pPr>
          </a:lstStyle>
          <a:p>
            <a:pPr algn="ctr" eaLnBrk="1" latinLnBrk="0" hangingPunct="1">
              <a:spcBef>
                <a:spcPct val="50000"/>
              </a:spcBef>
              <a:defRPr/>
            </a:pPr>
            <a:fld id="{2BD1E44E-FABD-4249-994C-A91FFA6C7C7A}" type="slidenum">
              <a:rPr kumimoji="0" lang="en-US" altLang="ko-KR" sz="1000" spc="-100" baseline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 eaLnBrk="1" latinLnBrk="0" hangingPunct="1">
                <a:spcBef>
                  <a:spcPct val="50000"/>
                </a:spcBef>
                <a:defRPr/>
              </a:pPr>
              <a:t>‹#›</a:t>
            </a:fld>
            <a:endParaRPr kumimoji="0" lang="en-US" altLang="ko-KR" sz="1000" spc="-100" baseline="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AF18003-59CD-48F0-B3E8-5AA635DF19C5}"/>
              </a:ext>
            </a:extLst>
          </p:cNvPr>
          <p:cNvSpPr txBox="1"/>
          <p:nvPr userDrawn="1"/>
        </p:nvSpPr>
        <p:spPr>
          <a:xfrm>
            <a:off x="10231" y="6610542"/>
            <a:ext cx="122341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퓨전소프트 </a:t>
            </a:r>
            <a:r>
              <a:rPr lang="en-US" altLang="ko-KR" sz="9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UX </a:t>
            </a:r>
            <a:r>
              <a:rPr lang="ko-KR" altLang="en-US" sz="9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표준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BEC921D-D23F-4FC2-8C95-02B160E6E9E1}"/>
              </a:ext>
            </a:extLst>
          </p:cNvPr>
          <p:cNvSpPr/>
          <p:nvPr userDrawn="1"/>
        </p:nvSpPr>
        <p:spPr>
          <a:xfrm rot="10800000" flipH="1" flipV="1">
            <a:off x="624022" y="2172227"/>
            <a:ext cx="2160000" cy="45719"/>
          </a:xfrm>
          <a:prstGeom prst="rect">
            <a:avLst/>
          </a:prstGeom>
          <a:solidFill>
            <a:srgbClr val="2C3A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28A2786-0C61-4EED-B04C-8CEB191AE692}"/>
              </a:ext>
            </a:extLst>
          </p:cNvPr>
          <p:cNvSpPr/>
          <p:nvPr userDrawn="1"/>
        </p:nvSpPr>
        <p:spPr>
          <a:xfrm>
            <a:off x="0" y="4480653"/>
            <a:ext cx="12192000" cy="2396455"/>
          </a:xfrm>
          <a:prstGeom prst="rect">
            <a:avLst/>
          </a:prstGeom>
          <a:solidFill>
            <a:srgbClr val="B1C0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3C37AC-0F40-44CE-9A08-D93F0D7BE7A0}"/>
              </a:ext>
            </a:extLst>
          </p:cNvPr>
          <p:cNvSpPr txBox="1"/>
          <p:nvPr userDrawn="1"/>
        </p:nvSpPr>
        <p:spPr>
          <a:xfrm>
            <a:off x="530554" y="6312310"/>
            <a:ext cx="2938266" cy="2732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900" dirty="0">
                <a:latin typeface="+mj-ea"/>
                <a:ea typeface="+mj-ea"/>
              </a:rPr>
              <a:t>Copyrightⓒ2023.fusionsoft.All rights reserved.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49A1A62-3121-4208-950F-ED478F7546C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4403" y="5973156"/>
            <a:ext cx="896702" cy="174117"/>
          </a:xfrm>
          <a:prstGeom prst="rect">
            <a:avLst/>
          </a:prstGeom>
        </p:spPr>
      </p:pic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79A8EE60-DCE8-492D-8ED9-1097DD677A7C}"/>
              </a:ext>
            </a:extLst>
          </p:cNvPr>
          <p:cNvCxnSpPr>
            <a:cxnSpLocks/>
          </p:cNvCxnSpPr>
          <p:nvPr userDrawn="1"/>
        </p:nvCxnSpPr>
        <p:spPr>
          <a:xfrm>
            <a:off x="602226" y="6312310"/>
            <a:ext cx="11088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F100EDB-FB80-4CFE-A2B2-BF8048061BD4}"/>
              </a:ext>
            </a:extLst>
          </p:cNvPr>
          <p:cNvSpPr txBox="1"/>
          <p:nvPr userDrawn="1"/>
        </p:nvSpPr>
        <p:spPr>
          <a:xfrm>
            <a:off x="9367269" y="4716975"/>
            <a:ext cx="2303836" cy="2330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7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Challenge Today, Create Future, Share Happiness</a:t>
            </a:r>
            <a:endParaRPr lang="en-US" altLang="ko-KR" sz="700" i="1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47699D3-6A59-36E9-4D4C-67E87F8E7DE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389" y="6068842"/>
            <a:ext cx="1533989" cy="132504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61F12F6-4E56-75D6-E212-C18C8833876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482021" y="6020792"/>
            <a:ext cx="882994" cy="196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28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25B8E74-ADD6-4171-A1DF-DA294BF31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203F698-D266-43A7-BE07-002A3C803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25500B-6314-40BC-A64E-EA3185EED0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3DD30D-4E09-4BDC-AEB0-6E5D69E3F3E0}" type="datetimeFigureOut">
              <a:rPr lang="ko-KR" altLang="en-US" smtClean="0"/>
              <a:t>2025. 11. 15.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A451ED-9DA2-4F10-8628-7EE72C114D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42B5E5-B2FC-471F-B39B-197BFF7E90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978ED5-24F1-45F3-AB73-0F14886315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9663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  <p:sldLayoutId id="2147483654" r:id="rId4"/>
    <p:sldLayoutId id="2147483656" r:id="rId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2C92242F-D81A-4A03-B022-4FC54CBA84D3}"/>
              </a:ext>
            </a:extLst>
          </p:cNvPr>
          <p:cNvSpPr/>
          <p:nvPr/>
        </p:nvSpPr>
        <p:spPr bwMode="gray">
          <a:xfrm>
            <a:off x="730371" y="985567"/>
            <a:ext cx="7210892" cy="863826"/>
          </a:xfrm>
          <a:prstGeom prst="rect">
            <a:avLst/>
          </a:prstGeom>
          <a:noFill/>
        </p:spPr>
        <p:txBody>
          <a:bodyPr wrap="square" rtlCol="0" fromWordArt="1" anchor="ctr" anchorCtr="0">
            <a:spAutoFit/>
            <a:scene3d>
              <a:camera prst="orthographicFront"/>
              <a:lightRig rig="threePt" dir="t"/>
            </a:scene3d>
            <a:sp3d contourW="50800">
              <a:contourClr>
                <a:schemeClr val="bg1"/>
              </a:contourClr>
            </a:sp3d>
          </a:bodyPr>
          <a:lstStyle/>
          <a:p>
            <a:pPr algn="just">
              <a:lnSpc>
                <a:spcPct val="150000"/>
              </a:lnSpc>
            </a:pPr>
            <a:r>
              <a:rPr lang="ko-KR" altLang="en-US" sz="1600" b="1" spc="-100" dirty="0">
                <a:latin typeface="+mn-ea"/>
              </a:rPr>
              <a:t>‘</a:t>
            </a:r>
            <a:r>
              <a:rPr lang="en-US" altLang="ko-KR" sz="1600" b="1" spc="-100" dirty="0">
                <a:latin typeface="+mn-ea"/>
              </a:rPr>
              <a:t>25</a:t>
            </a:r>
            <a:r>
              <a:rPr lang="ko-KR" altLang="en-US" sz="1600" b="1" spc="-100" dirty="0">
                <a:latin typeface="+mn-ea"/>
              </a:rPr>
              <a:t>년 클라우드 네이티브 전환 사업 </a:t>
            </a:r>
            <a:r>
              <a:rPr lang="en-US" altLang="ko-KR" sz="1600" b="1" spc="-100" dirty="0">
                <a:latin typeface="+mn-ea"/>
              </a:rPr>
              <a:t>(</a:t>
            </a:r>
            <a:r>
              <a:rPr lang="ko-KR" altLang="en-US" sz="1600" b="1" spc="-100" dirty="0">
                <a:latin typeface="+mn-ea"/>
              </a:rPr>
              <a:t>대구광역시</a:t>
            </a:r>
            <a:r>
              <a:rPr lang="en-US" altLang="ko-KR" sz="1600" b="1" spc="-100" dirty="0">
                <a:latin typeface="+mn-ea"/>
              </a:rPr>
              <a:t>)</a:t>
            </a:r>
          </a:p>
          <a:p>
            <a:pPr algn="just">
              <a:lnSpc>
                <a:spcPct val="150000"/>
              </a:lnSpc>
            </a:pPr>
            <a:r>
              <a:rPr lang="en-US" altLang="ko-KR" sz="2000" b="1" spc="-100">
                <a:latin typeface="+mn-ea"/>
              </a:rPr>
              <a:t>           MSA </a:t>
            </a:r>
            <a:r>
              <a:rPr lang="ko-KR" altLang="en-US" sz="2000" b="1" spc="-100">
                <a:latin typeface="+mn-ea"/>
              </a:rPr>
              <a:t>구성</a:t>
            </a:r>
            <a:r>
              <a:rPr lang="en-US" altLang="ko-KR" sz="2000" b="1" spc="-100">
                <a:latin typeface="+mn-ea"/>
              </a:rPr>
              <a:t>(</a:t>
            </a:r>
            <a:r>
              <a:rPr lang="ko-KR" altLang="en-US" sz="2000" b="1" spc="-100">
                <a:latin typeface="+mn-ea"/>
              </a:rPr>
              <a:t>안</a:t>
            </a:r>
            <a:r>
              <a:rPr lang="en-US" altLang="ko-KR" sz="2000" b="1" spc="-100">
                <a:latin typeface="+mn-ea"/>
              </a:rPr>
              <a:t>)</a:t>
            </a:r>
            <a:endParaRPr lang="en-US" altLang="ko-KR" sz="2000" b="1" spc="-100" dirty="0">
              <a:latin typeface="+mn-ea"/>
            </a:endParaRP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36E22F42-C4C7-41E4-B53E-466E50F1ACCE}"/>
              </a:ext>
            </a:extLst>
          </p:cNvPr>
          <p:cNvSpPr txBox="1"/>
          <p:nvPr/>
        </p:nvSpPr>
        <p:spPr>
          <a:xfrm>
            <a:off x="730371" y="2202471"/>
            <a:ext cx="981746" cy="521876"/>
          </a:xfrm>
          <a:prstGeom prst="rect">
            <a:avLst/>
          </a:prstGeom>
          <a:noFill/>
        </p:spPr>
        <p:txBody>
          <a:bodyPr wrap="none" lIns="99569" tIns="49785" rIns="99569" bIns="49785" rtlCol="0">
            <a:spAutoFit/>
          </a:bodyPr>
          <a:lstStyle>
            <a:defPPr>
              <a:defRPr lang="ko-KR"/>
            </a:defPPr>
            <a:lvl1pPr marL="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v0.9</a:t>
            </a:r>
            <a:endParaRPr lang="en-US" altLang="ko-KR" sz="1200" b="1" dirty="0">
              <a:latin typeface="맑은 고딕" pitchFamily="50" charset="-127"/>
              <a:ea typeface="맑은 고딕" pitchFamily="50" charset="-127"/>
            </a:endParaRPr>
          </a:p>
          <a:p>
            <a:pPr>
              <a:lnSpc>
                <a:spcPct val="120000"/>
              </a:lnSpc>
            </a:pP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2025.11.14.</a:t>
            </a: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1E3C3E82-5FE8-C67D-2840-5D64D4206500}"/>
              </a:ext>
            </a:extLst>
          </p:cNvPr>
          <p:cNvSpPr/>
          <p:nvPr/>
        </p:nvSpPr>
        <p:spPr>
          <a:xfrm>
            <a:off x="832997" y="1447690"/>
            <a:ext cx="721033" cy="360000"/>
          </a:xfrm>
          <a:prstGeom prst="roundRect">
            <a:avLst>
              <a:gd name="adj" fmla="val 15499"/>
            </a:avLst>
          </a:prstGeom>
          <a:solidFill>
            <a:srgbClr val="0BA2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 b="1" kern="1000" spc="-100" dirty="0">
                <a:solidFill>
                  <a:schemeClr val="bg1"/>
                </a:solidFill>
              </a:rPr>
              <a:t>CND</a:t>
            </a:r>
            <a:endParaRPr lang="ko-KR" altLang="en-US" sz="2000" b="1" kern="1000" spc="-1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5689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26C3FB01-7E43-4144-B65E-1D712342F146}"/>
              </a:ext>
            </a:extLst>
          </p:cNvPr>
          <p:cNvSpPr/>
          <p:nvPr/>
        </p:nvSpPr>
        <p:spPr bwMode="gray">
          <a:xfrm>
            <a:off x="776176" y="22034"/>
            <a:ext cx="7026202" cy="369332"/>
          </a:xfrm>
          <a:prstGeom prst="rect">
            <a:avLst/>
          </a:prstGeom>
          <a:noFill/>
        </p:spPr>
        <p:txBody>
          <a:bodyPr wrap="square" rtlCol="0" fromWordArt="1" anchor="ctr" anchorCtr="0">
            <a:spAutoFit/>
            <a:scene3d>
              <a:camera prst="orthographicFront"/>
              <a:lightRig rig="threePt" dir="t"/>
            </a:scene3d>
            <a:sp3d contourW="50800">
              <a:contourClr>
                <a:schemeClr val="bg1"/>
              </a:contourClr>
            </a:sp3d>
          </a:bodyPr>
          <a:lstStyle/>
          <a:p>
            <a:pPr algn="just"/>
            <a:r>
              <a:rPr lang="en-US" altLang="ko-KR" b="1" spc="-100" dirty="0">
                <a:latin typeface="+mn-ea"/>
              </a:rPr>
              <a:t>Revision History</a:t>
            </a:r>
            <a:endParaRPr lang="ko-KR" altLang="en-US" b="1" spc="-100" dirty="0">
              <a:latin typeface="+mn-ea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732AF764-2B72-8D42-3F64-0299DE6741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8730789"/>
              </p:ext>
            </p:extLst>
          </p:nvPr>
        </p:nvGraphicFramePr>
        <p:xfrm>
          <a:off x="409690" y="656452"/>
          <a:ext cx="11363213" cy="4742610"/>
        </p:xfrm>
        <a:graphic>
          <a:graphicData uri="http://schemas.openxmlformats.org/drawingml/2006/table">
            <a:tbl>
              <a:tblPr/>
              <a:tblGrid>
                <a:gridCol w="6035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2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2638">
                  <a:extLst>
                    <a:ext uri="{9D8B030D-6E8A-4147-A177-3AD203B41FA5}">
                      <a16:colId xmlns:a16="http://schemas.microsoft.com/office/drawing/2014/main" val="490620293"/>
                    </a:ext>
                  </a:extLst>
                </a:gridCol>
                <a:gridCol w="70680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3154">
                  <a:extLst>
                    <a:ext uri="{9D8B030D-6E8A-4147-A177-3AD203B41FA5}">
                      <a16:colId xmlns:a16="http://schemas.microsoft.com/office/drawing/2014/main" val="702330778"/>
                    </a:ext>
                  </a:extLst>
                </a:gridCol>
                <a:gridCol w="9231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버전</a:t>
                      </a: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개정일</a:t>
                      </a: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개정사유</a:t>
                      </a: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개정내용</a:t>
                      </a: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작성자</a:t>
                      </a: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승인자</a:t>
                      </a: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8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0.7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2025.11.13.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신규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최초 작성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이상민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58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0.8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2025.11.13.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수정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PL 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검토 및 지적사항 반영</a:t>
                      </a: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이상민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안병득</a:t>
                      </a: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58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0.9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2025.11.14.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수정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PM 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검토 및 지적사항 반영</a:t>
                      </a: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이상민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조창일</a:t>
                      </a: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9794"/>
                  </a:ext>
                </a:extLst>
              </a:tr>
              <a:tr h="2258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0679600"/>
                  </a:ext>
                </a:extLst>
              </a:tr>
              <a:tr h="2258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144854"/>
                  </a:ext>
                </a:extLst>
              </a:tr>
              <a:tr h="2258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8975361"/>
                  </a:ext>
                </a:extLst>
              </a:tr>
              <a:tr h="2258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4988015"/>
                  </a:ext>
                </a:extLst>
              </a:tr>
              <a:tr h="2258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58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58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108000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108000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58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108000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108000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58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108000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108000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30765"/>
                  </a:ext>
                </a:extLst>
              </a:tr>
              <a:tr h="2258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108000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108000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62596"/>
                  </a:ext>
                </a:extLst>
              </a:tr>
              <a:tr h="2258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108000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108000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1648689"/>
                  </a:ext>
                </a:extLst>
              </a:tr>
              <a:tr h="2258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108000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108000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0781240"/>
                  </a:ext>
                </a:extLst>
              </a:tr>
              <a:tr h="2258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108000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108000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3920059"/>
                  </a:ext>
                </a:extLst>
              </a:tr>
              <a:tr h="2258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108000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108000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5871579"/>
                  </a:ext>
                </a:extLst>
              </a:tr>
              <a:tr h="2258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108000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108000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745733"/>
                  </a:ext>
                </a:extLst>
              </a:tr>
              <a:tr h="2258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108000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108000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3641724"/>
                  </a:ext>
                </a:extLst>
              </a:tr>
              <a:tr h="2258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108000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108000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2643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8F19626-FC5E-28EF-052E-55B3504D1095}"/>
              </a:ext>
            </a:extLst>
          </p:cNvPr>
          <p:cNvSpPr txBox="1"/>
          <p:nvPr/>
        </p:nvSpPr>
        <p:spPr>
          <a:xfrm>
            <a:off x="304801" y="5566369"/>
            <a:ext cx="11468102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1) 버전 : 최초 작성(0.8) / PL 검토 완료(0.9) / PM 검토 완료(1.0) </a:t>
            </a:r>
            <a:r>
              <a:rPr lang="ko-KR" altLang="en-US" sz="1100" dirty="0" err="1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으로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시작하여 변경 관리. 검토의견 및 시정사항은 소수점 아래 변경, 베이스라인 및 큰 변경사항은 상위 정수 변경</a:t>
            </a:r>
          </a:p>
          <a:p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2) 개정사유 : 개정 내용이 이전 문서 대비해서 신규/추가/수정/삭제 여부 선택 기입</a:t>
            </a:r>
          </a:p>
          <a:p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3) 개정내용 : 개정 페이지 번호와 개정 내용을 상세 기록</a:t>
            </a:r>
          </a:p>
        </p:txBody>
      </p:sp>
    </p:spTree>
    <p:extLst>
      <p:ext uri="{BB962C8B-B14F-4D97-AF65-F5344CB8AC3E}">
        <p14:creationId xmlns:p14="http://schemas.microsoft.com/office/powerpoint/2010/main" val="2938600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A55800A-3201-ABC5-A6BC-4E6E06D1824C}"/>
              </a:ext>
            </a:extLst>
          </p:cNvPr>
          <p:cNvSpPr/>
          <p:nvPr/>
        </p:nvSpPr>
        <p:spPr bwMode="gray">
          <a:xfrm>
            <a:off x="776176" y="22034"/>
            <a:ext cx="7026202" cy="369332"/>
          </a:xfrm>
          <a:prstGeom prst="rect">
            <a:avLst/>
          </a:prstGeom>
          <a:noFill/>
        </p:spPr>
        <p:txBody>
          <a:bodyPr wrap="square" rtlCol="0" fromWordArt="1" anchor="ctr" anchorCtr="0">
            <a:spAutoFit/>
            <a:scene3d>
              <a:camera prst="orthographicFront"/>
              <a:lightRig rig="threePt" dir="t"/>
            </a:scene3d>
            <a:sp3d contourW="50800">
              <a:contourClr>
                <a:schemeClr val="bg1"/>
              </a:contourClr>
            </a:sp3d>
          </a:bodyPr>
          <a:lstStyle/>
          <a:p>
            <a:pPr algn="just"/>
            <a:r>
              <a:rPr lang="en-US" altLang="ko-KR" b="1" spc="-100">
                <a:latin typeface="+mn-ea"/>
              </a:rPr>
              <a:t>1. </a:t>
            </a:r>
            <a:r>
              <a:rPr lang="ko-KR" altLang="en-US" b="1" spc="-100">
                <a:latin typeface="+mn-ea"/>
              </a:rPr>
              <a:t>구성안 개요 </a:t>
            </a:r>
            <a:r>
              <a:rPr lang="en-US" altLang="ko-KR" b="1" spc="-100">
                <a:latin typeface="+mn-ea"/>
              </a:rPr>
              <a:t>(</a:t>
            </a:r>
            <a:r>
              <a:rPr lang="ko-KR" altLang="en-US" b="1" spc="-100">
                <a:latin typeface="+mn-ea"/>
              </a:rPr>
              <a:t>구성전략</a:t>
            </a:r>
            <a:r>
              <a:rPr lang="en-US" altLang="ko-KR" b="1" spc="-100">
                <a:latin typeface="+mn-ea"/>
              </a:rPr>
              <a:t>)</a:t>
            </a:r>
            <a:endParaRPr lang="ko-KR" altLang="en-US" b="1" spc="-100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2B2E36-A926-43E7-36F7-5DF5728DAD00}"/>
              </a:ext>
            </a:extLst>
          </p:cNvPr>
          <p:cNvSpPr txBox="1"/>
          <p:nvPr/>
        </p:nvSpPr>
        <p:spPr>
          <a:xfrm>
            <a:off x="5227349" y="3398242"/>
            <a:ext cx="11706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/>
              <a:t>견학체험</a:t>
            </a:r>
            <a:endParaRPr lang="ko-KR" altLang="en-US" sz="1200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0D4FB931-8749-219C-027A-9C4F8994D25E}"/>
              </a:ext>
            </a:extLst>
          </p:cNvPr>
          <p:cNvSpPr/>
          <p:nvPr/>
        </p:nvSpPr>
        <p:spPr>
          <a:xfrm>
            <a:off x="507499" y="2547858"/>
            <a:ext cx="896730" cy="89673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08F95D79-1829-FF04-7A4A-6D90613C06E9}"/>
              </a:ext>
            </a:extLst>
          </p:cNvPr>
          <p:cNvCxnSpPr>
            <a:cxnSpLocks/>
            <a:stCxn id="7" idx="6"/>
            <a:endCxn id="15" idx="1"/>
          </p:cNvCxnSpPr>
          <p:nvPr/>
        </p:nvCxnSpPr>
        <p:spPr>
          <a:xfrm flipV="1">
            <a:off x="1404229" y="2202070"/>
            <a:ext cx="3607840" cy="794153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74A966E-9287-C04A-252F-E0132BAFADD6}"/>
              </a:ext>
            </a:extLst>
          </p:cNvPr>
          <p:cNvSpPr txBox="1"/>
          <p:nvPr/>
        </p:nvSpPr>
        <p:spPr>
          <a:xfrm rot="20917833">
            <a:off x="2806835" y="2274977"/>
            <a:ext cx="12207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회원정보</a:t>
            </a:r>
            <a:r>
              <a:rPr lang="en-US" altLang="ko-KR" sz="1200" dirty="0"/>
              <a:t> </a:t>
            </a:r>
            <a:r>
              <a:rPr lang="ko-KR" altLang="en-US" sz="1200" dirty="0"/>
              <a:t>수정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E0771264-8DFF-D2DE-FE95-1D1E7AF3DAF2}"/>
              </a:ext>
            </a:extLst>
          </p:cNvPr>
          <p:cNvGrpSpPr/>
          <p:nvPr/>
        </p:nvGrpSpPr>
        <p:grpSpPr>
          <a:xfrm>
            <a:off x="4864086" y="1702277"/>
            <a:ext cx="2857663" cy="1073583"/>
            <a:chOff x="4976664" y="1246359"/>
            <a:chExt cx="2857663" cy="1073583"/>
          </a:xfrm>
        </p:grpSpPr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2B9A99F6-0373-B36A-5ECA-29517B6766CB}"/>
                </a:ext>
              </a:extLst>
            </p:cNvPr>
            <p:cNvGrpSpPr/>
            <p:nvPr/>
          </p:nvGrpSpPr>
          <p:grpSpPr>
            <a:xfrm>
              <a:off x="4976664" y="1250934"/>
              <a:ext cx="1948070" cy="1069008"/>
              <a:chOff x="2654852" y="1413565"/>
              <a:chExt cx="1948070" cy="1069008"/>
            </a:xfrm>
          </p:grpSpPr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511B7854-A176-C087-7435-6E0B3DB38760}"/>
                  </a:ext>
                </a:extLst>
              </p:cNvPr>
              <p:cNvSpPr/>
              <p:nvPr/>
            </p:nvSpPr>
            <p:spPr>
              <a:xfrm>
                <a:off x="2654852" y="1413565"/>
                <a:ext cx="1943652" cy="1055757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752651B2-A442-23D0-A5CE-C872F850E4ED}"/>
                  </a:ext>
                </a:extLst>
              </p:cNvPr>
              <p:cNvSpPr/>
              <p:nvPr/>
            </p:nvSpPr>
            <p:spPr>
              <a:xfrm>
                <a:off x="2659270" y="2124766"/>
                <a:ext cx="1943652" cy="35780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/>
                  <a:t>member-service</a:t>
                </a:r>
                <a:endParaRPr lang="ko-KR" altLang="en-US" sz="1200"/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F196C82-BD6D-0FAD-B217-E903D47E364D}"/>
                </a:ext>
              </a:extLst>
            </p:cNvPr>
            <p:cNvSpPr txBox="1"/>
            <p:nvPr/>
          </p:nvSpPr>
          <p:spPr>
            <a:xfrm>
              <a:off x="5354348" y="1246359"/>
              <a:ext cx="117060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/>
                <a:t>회원</a:t>
              </a:r>
            </a:p>
          </p:txBody>
        </p: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750DEFF1-2223-D56A-C22D-8CADEA92B4CF}"/>
                </a:ext>
              </a:extLst>
            </p:cNvPr>
            <p:cNvGrpSpPr/>
            <p:nvPr/>
          </p:nvGrpSpPr>
          <p:grpSpPr>
            <a:xfrm>
              <a:off x="5003103" y="1434538"/>
              <a:ext cx="2831224" cy="450113"/>
              <a:chOff x="5003103" y="1434538"/>
              <a:chExt cx="2831224" cy="450113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35B4ACE-9470-B8E4-3A8C-31F863593036}"/>
                  </a:ext>
                </a:extLst>
              </p:cNvPr>
              <p:cNvSpPr txBox="1"/>
              <p:nvPr/>
            </p:nvSpPr>
            <p:spPr>
              <a:xfrm>
                <a:off x="5124647" y="1607652"/>
                <a:ext cx="146467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dirty="0" err="1"/>
                  <a:t>memberController</a:t>
                </a:r>
                <a:endParaRPr lang="ko-KR" altLang="en-US" sz="1200" dirty="0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FC9F642-33B5-B5F4-8D67-528F760020B4}"/>
                  </a:ext>
                </a:extLst>
              </p:cNvPr>
              <p:cNvSpPr txBox="1"/>
              <p:nvPr/>
            </p:nvSpPr>
            <p:spPr>
              <a:xfrm>
                <a:off x="5003103" y="1434538"/>
                <a:ext cx="2831224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050" dirty="0"/>
                  <a:t>@{/api/v1/res/members/{</a:t>
                </a:r>
                <a:r>
                  <a:rPr lang="ko-KR" altLang="en-US" sz="1050" dirty="0"/>
                  <a:t>회원번호</a:t>
                </a:r>
                <a:r>
                  <a:rPr lang="en-US" altLang="ko-KR" sz="1050" dirty="0"/>
                  <a:t>}/modify}</a:t>
                </a:r>
                <a:endParaRPr lang="ko-KR" altLang="en-US" sz="1050" dirty="0"/>
              </a:p>
            </p:txBody>
          </p:sp>
        </p:grpSp>
      </p:grp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82EA5B04-1B9C-9AA2-0062-36E5C255BCDC}"/>
              </a:ext>
            </a:extLst>
          </p:cNvPr>
          <p:cNvCxnSpPr>
            <a:cxnSpLocks/>
            <a:stCxn id="15" idx="3"/>
            <a:endCxn id="19" idx="2"/>
          </p:cNvCxnSpPr>
          <p:nvPr/>
        </p:nvCxnSpPr>
        <p:spPr>
          <a:xfrm>
            <a:off x="6476741" y="2202070"/>
            <a:ext cx="3960476" cy="60854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E2202EE-77EA-4EB2-CC29-DACBD922B418}"/>
              </a:ext>
            </a:extLst>
          </p:cNvPr>
          <p:cNvSpPr txBox="1"/>
          <p:nvPr/>
        </p:nvSpPr>
        <p:spPr>
          <a:xfrm rot="537955">
            <a:off x="8415383" y="2277935"/>
            <a:ext cx="5950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CRUD</a:t>
            </a:r>
            <a:endParaRPr lang="ko-KR" altLang="en-US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31C31D-8EFF-A77F-954A-3352D6A525F8}"/>
              </a:ext>
            </a:extLst>
          </p:cNvPr>
          <p:cNvSpPr txBox="1"/>
          <p:nvPr/>
        </p:nvSpPr>
        <p:spPr>
          <a:xfrm>
            <a:off x="6978555" y="3634529"/>
            <a:ext cx="130997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/>
              <a:t>프로그램 목록조회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C15916F-59F2-B49B-4DA8-A8727F1A188C}"/>
              </a:ext>
            </a:extLst>
          </p:cNvPr>
          <p:cNvSpPr txBox="1"/>
          <p:nvPr/>
        </p:nvSpPr>
        <p:spPr>
          <a:xfrm>
            <a:off x="6952896" y="4015659"/>
            <a:ext cx="104067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/>
              <a:t>프로그램 등록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02BD25F-AC28-6E13-8C0C-D9C9643F0CA8}"/>
              </a:ext>
            </a:extLst>
          </p:cNvPr>
          <p:cNvSpPr txBox="1"/>
          <p:nvPr/>
        </p:nvSpPr>
        <p:spPr>
          <a:xfrm>
            <a:off x="6952896" y="4398411"/>
            <a:ext cx="104067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/>
              <a:t>프로그램 수정</a:t>
            </a: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EF68E568-64A0-EE8A-F331-EB52A50A56E2}"/>
              </a:ext>
            </a:extLst>
          </p:cNvPr>
          <p:cNvCxnSpPr>
            <a:cxnSpLocks/>
            <a:stCxn id="54" idx="3"/>
            <a:endCxn id="22" idx="1"/>
          </p:cNvCxnSpPr>
          <p:nvPr/>
        </p:nvCxnSpPr>
        <p:spPr>
          <a:xfrm flipV="1">
            <a:off x="6521692" y="3761487"/>
            <a:ext cx="456863" cy="389639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2E9938A7-DD9E-BBA3-CF81-25059AC88124}"/>
              </a:ext>
            </a:extLst>
          </p:cNvPr>
          <p:cNvCxnSpPr>
            <a:cxnSpLocks/>
            <a:stCxn id="54" idx="3"/>
            <a:endCxn id="23" idx="1"/>
          </p:cNvCxnSpPr>
          <p:nvPr/>
        </p:nvCxnSpPr>
        <p:spPr>
          <a:xfrm flipV="1">
            <a:off x="6521692" y="4142617"/>
            <a:ext cx="431204" cy="8509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3FE6C2F7-458C-AA7E-7712-6FAD336A40F4}"/>
              </a:ext>
            </a:extLst>
          </p:cNvPr>
          <p:cNvCxnSpPr>
            <a:cxnSpLocks/>
            <a:stCxn id="54" idx="3"/>
            <a:endCxn id="24" idx="1"/>
          </p:cNvCxnSpPr>
          <p:nvPr/>
        </p:nvCxnSpPr>
        <p:spPr>
          <a:xfrm>
            <a:off x="6521692" y="4151126"/>
            <a:ext cx="431204" cy="374243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83566D71-5F00-8196-7A9C-075547041DC0}"/>
              </a:ext>
            </a:extLst>
          </p:cNvPr>
          <p:cNvCxnSpPr>
            <a:cxnSpLocks/>
            <a:stCxn id="7" idx="6"/>
            <a:endCxn id="54" idx="1"/>
          </p:cNvCxnSpPr>
          <p:nvPr/>
        </p:nvCxnSpPr>
        <p:spPr>
          <a:xfrm>
            <a:off x="1404229" y="2996223"/>
            <a:ext cx="3626892" cy="1154903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CCA685AD-5171-B821-6AE5-964A25A4AE33}"/>
              </a:ext>
            </a:extLst>
          </p:cNvPr>
          <p:cNvSpPr txBox="1"/>
          <p:nvPr/>
        </p:nvSpPr>
        <p:spPr>
          <a:xfrm rot="1040186">
            <a:off x="2620637" y="3355413"/>
            <a:ext cx="130997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/>
              <a:t>프로그램 목록정보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8B3E60E-A28B-B8E1-C6A4-7F4F0CE94A4E}"/>
              </a:ext>
            </a:extLst>
          </p:cNvPr>
          <p:cNvSpPr txBox="1"/>
          <p:nvPr/>
        </p:nvSpPr>
        <p:spPr>
          <a:xfrm>
            <a:off x="6149492" y="3470551"/>
            <a:ext cx="30780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@</a:t>
            </a:r>
            <a:r>
              <a:rPr lang="en-US" altLang="ko-KR" sz="1000" dirty="0" err="1"/>
              <a:t>GetMapping</a:t>
            </a:r>
            <a:r>
              <a:rPr lang="en-US" altLang="ko-KR" sz="1000" dirty="0"/>
              <a:t>{/</a:t>
            </a:r>
            <a:r>
              <a:rPr lang="en-US" altLang="ko-KR" sz="1000" dirty="0" err="1"/>
              <a:t>api</a:t>
            </a:r>
            <a:r>
              <a:rPr lang="en-US" altLang="ko-KR" sz="1000" dirty="0"/>
              <a:t>/v1/res/experiences/programs}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AC023AE-5137-36FA-3B7B-89FC5FB6C81A}"/>
              </a:ext>
            </a:extLst>
          </p:cNvPr>
          <p:cNvSpPr txBox="1"/>
          <p:nvPr/>
        </p:nvSpPr>
        <p:spPr>
          <a:xfrm>
            <a:off x="6123833" y="3856308"/>
            <a:ext cx="3130985" cy="246221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altLang="ko-KR" sz="1000" dirty="0">
                <a:ea typeface="맑은 고딕"/>
              </a:rPr>
              <a:t>@PostMapping{/api/v1/res/experiences/programs}</a:t>
            </a:r>
            <a:endParaRPr lang="ko-KR" altLang="en-US" sz="1000" dirty="0">
              <a:ea typeface="맑은 고딕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A87018F-438C-1181-9A8D-BCB486394CAE}"/>
              </a:ext>
            </a:extLst>
          </p:cNvPr>
          <p:cNvSpPr txBox="1"/>
          <p:nvPr/>
        </p:nvSpPr>
        <p:spPr>
          <a:xfrm>
            <a:off x="6123833" y="4238933"/>
            <a:ext cx="4313384" cy="2462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1000" dirty="0">
                <a:ea typeface="맑은 고딕"/>
              </a:rPr>
              <a:t>@</a:t>
            </a:r>
            <a:r>
              <a:rPr lang="en-US" altLang="ko-KR" sz="1000" dirty="0" err="1">
                <a:ea typeface="맑은 고딕"/>
              </a:rPr>
              <a:t>PostMapping</a:t>
            </a:r>
            <a:r>
              <a:rPr lang="en-US" altLang="ko-KR" sz="1000" dirty="0">
                <a:ea typeface="맑은 고딕"/>
              </a:rPr>
              <a:t>{/</a:t>
            </a:r>
            <a:r>
              <a:rPr lang="en-US" altLang="ko-KR" sz="1000" dirty="0" err="1">
                <a:ea typeface="맑은 고딕"/>
              </a:rPr>
              <a:t>api</a:t>
            </a:r>
            <a:r>
              <a:rPr lang="en-US" altLang="ko-KR" sz="1000" dirty="0">
                <a:ea typeface="맑은 고딕"/>
              </a:rPr>
              <a:t>/v1/res/experiences/programs/{</a:t>
            </a:r>
            <a:r>
              <a:rPr lang="ko-KR" altLang="en-US" sz="1000" dirty="0">
                <a:ea typeface="맑은 고딕"/>
              </a:rPr>
              <a:t>프로그램</a:t>
            </a:r>
            <a:r>
              <a:rPr lang="en-US" altLang="ko-KR" sz="1000" dirty="0">
                <a:ea typeface="맑은 고딕"/>
              </a:rPr>
              <a:t>id}}/modify</a:t>
            </a:r>
            <a:endParaRPr lang="ko-KR" altLang="en-US" sz="1000" dirty="0">
              <a:ea typeface="맑은 고딕"/>
            </a:endParaRPr>
          </a:p>
        </p:txBody>
      </p:sp>
      <p:cxnSp>
        <p:nvCxnSpPr>
          <p:cNvPr id="47" name="Straight Arrow Connector 14">
            <a:extLst>
              <a:ext uri="{FF2B5EF4-FFF2-40B4-BE49-F238E27FC236}">
                <a16:creationId xmlns:a16="http://schemas.microsoft.com/office/drawing/2014/main" id="{AD53ABE9-6214-01F0-1D62-5DA651221D48}"/>
              </a:ext>
            </a:extLst>
          </p:cNvPr>
          <p:cNvCxnSpPr>
            <a:cxnSpLocks/>
            <a:stCxn id="35" idx="3"/>
            <a:endCxn id="19" idx="2"/>
          </p:cNvCxnSpPr>
          <p:nvPr/>
        </p:nvCxnSpPr>
        <p:spPr>
          <a:xfrm flipV="1">
            <a:off x="9254818" y="2810619"/>
            <a:ext cx="1182399" cy="116880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15">
            <a:extLst>
              <a:ext uri="{FF2B5EF4-FFF2-40B4-BE49-F238E27FC236}">
                <a16:creationId xmlns:a16="http://schemas.microsoft.com/office/drawing/2014/main" id="{11CC3130-BEE8-7FF8-37E3-3E2A0262B43F}"/>
              </a:ext>
            </a:extLst>
          </p:cNvPr>
          <p:cNvCxnSpPr>
            <a:cxnSpLocks/>
            <a:endCxn id="19" idx="2"/>
          </p:cNvCxnSpPr>
          <p:nvPr/>
        </p:nvCxnSpPr>
        <p:spPr>
          <a:xfrm flipV="1">
            <a:off x="9692154" y="2810619"/>
            <a:ext cx="745063" cy="147900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16">
            <a:extLst>
              <a:ext uri="{FF2B5EF4-FFF2-40B4-BE49-F238E27FC236}">
                <a16:creationId xmlns:a16="http://schemas.microsoft.com/office/drawing/2014/main" id="{4F9B749F-59BE-734F-729F-781B6B575AB2}"/>
              </a:ext>
            </a:extLst>
          </p:cNvPr>
          <p:cNvCxnSpPr>
            <a:cxnSpLocks/>
            <a:stCxn id="34" idx="3"/>
            <a:endCxn id="19" idx="2"/>
          </p:cNvCxnSpPr>
          <p:nvPr/>
        </p:nvCxnSpPr>
        <p:spPr>
          <a:xfrm flipV="1">
            <a:off x="9227579" y="2810619"/>
            <a:ext cx="1209638" cy="783043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DCBE9C99-6244-5C09-2D06-2FDD99426A04}"/>
              </a:ext>
            </a:extLst>
          </p:cNvPr>
          <p:cNvGrpSpPr/>
          <p:nvPr/>
        </p:nvGrpSpPr>
        <p:grpSpPr>
          <a:xfrm>
            <a:off x="4874302" y="3388410"/>
            <a:ext cx="1948070" cy="2785273"/>
            <a:chOff x="4967828" y="2635850"/>
            <a:chExt cx="1948070" cy="2785273"/>
          </a:xfrm>
        </p:grpSpPr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CD483411-BB85-7958-84C1-8D431AD6D5D1}"/>
                </a:ext>
              </a:extLst>
            </p:cNvPr>
            <p:cNvSpPr/>
            <p:nvPr/>
          </p:nvSpPr>
          <p:spPr>
            <a:xfrm>
              <a:off x="4967828" y="2635850"/>
              <a:ext cx="1943652" cy="276092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195D85F0-02A4-3D1C-EC4D-61B9FFBC0B1B}"/>
                </a:ext>
              </a:extLst>
            </p:cNvPr>
            <p:cNvSpPr/>
            <p:nvPr/>
          </p:nvSpPr>
          <p:spPr>
            <a:xfrm>
              <a:off x="4972246" y="5063316"/>
              <a:ext cx="1943652" cy="35780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/>
                <a:t>experience-service</a:t>
              </a:r>
              <a:endParaRPr lang="ko-KR" altLang="en-US" sz="120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14D44DBE-BFBE-820D-ADEF-B32D5D67D19A}"/>
                </a:ext>
              </a:extLst>
            </p:cNvPr>
            <p:cNvSpPr txBox="1"/>
            <p:nvPr/>
          </p:nvSpPr>
          <p:spPr>
            <a:xfrm>
              <a:off x="5124647" y="3260066"/>
              <a:ext cx="1490571" cy="27699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altLang="ko-KR" sz="1200" dirty="0" err="1">
                  <a:ea typeface="맑은 고딕"/>
                </a:rPr>
                <a:t>ProgramController</a:t>
              </a:r>
              <a:endParaRPr lang="ko-KR" altLang="en-US" sz="1200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E160FA5F-E43B-199D-E41C-BEE9C24D1437}"/>
                </a:ext>
              </a:extLst>
            </p:cNvPr>
            <p:cNvSpPr txBox="1"/>
            <p:nvPr/>
          </p:nvSpPr>
          <p:spPr>
            <a:xfrm>
              <a:off x="5129446" y="4137499"/>
              <a:ext cx="1417985" cy="27699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altLang="ko-KR" sz="1200" dirty="0" err="1">
                  <a:ea typeface="맑은 고딕"/>
                </a:rPr>
                <a:t>ReserveController</a:t>
              </a:r>
              <a:endParaRPr lang="ko-KR" altLang="en-US" sz="1200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50210E2D-0ADC-38CA-5026-21EF3D2FC1AC}"/>
                </a:ext>
              </a:extLst>
            </p:cNvPr>
            <p:cNvSpPr txBox="1"/>
            <p:nvPr/>
          </p:nvSpPr>
          <p:spPr>
            <a:xfrm rot="5400000">
              <a:off x="5832543" y="4526209"/>
              <a:ext cx="380983" cy="46166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ko-KR" altLang="en-US" sz="2400" dirty="0">
                  <a:ea typeface="맑은 고딕"/>
                </a:rPr>
                <a:t>...</a:t>
              </a:r>
              <a:endParaRPr lang="en-US" altLang="ko-KR" sz="2400" dirty="0">
                <a:ea typeface="맑은 고딕"/>
              </a:endParaRPr>
            </a:p>
          </p:txBody>
        </p: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34C9EF6D-9238-B838-ACEE-9568871D1B2F}"/>
              </a:ext>
            </a:extLst>
          </p:cNvPr>
          <p:cNvGrpSpPr/>
          <p:nvPr/>
        </p:nvGrpSpPr>
        <p:grpSpPr>
          <a:xfrm>
            <a:off x="7497271" y="5488741"/>
            <a:ext cx="1648506" cy="587513"/>
            <a:chOff x="8189024" y="5009322"/>
            <a:chExt cx="1648506" cy="587513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1EFC52E1-3278-1E28-2DEA-847D9D6AB0B5}"/>
                </a:ext>
              </a:extLst>
            </p:cNvPr>
            <p:cNvSpPr txBox="1"/>
            <p:nvPr/>
          </p:nvSpPr>
          <p:spPr>
            <a:xfrm>
              <a:off x="8637213" y="5118412"/>
              <a:ext cx="7521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Kafka</a:t>
              </a:r>
              <a:endParaRPr lang="ko-KR" altLang="en-US" dirty="0"/>
            </a:p>
          </p:txBody>
        </p:sp>
        <p:sp>
          <p:nvSpPr>
            <p:cNvPr id="60" name="원통형 59">
              <a:extLst>
                <a:ext uri="{FF2B5EF4-FFF2-40B4-BE49-F238E27FC236}">
                  <a16:creationId xmlns:a16="http://schemas.microsoft.com/office/drawing/2014/main" id="{E8B9661E-D0A3-D903-15F2-D3382DD0DA69}"/>
                </a:ext>
              </a:extLst>
            </p:cNvPr>
            <p:cNvSpPr/>
            <p:nvPr/>
          </p:nvSpPr>
          <p:spPr>
            <a:xfrm>
              <a:off x="8189024" y="5009322"/>
              <a:ext cx="1648506" cy="587513"/>
            </a:xfrm>
            <a:prstGeom prst="can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7EAE2BC3-E6D0-CBDD-62B9-1A9B12E107EB}"/>
              </a:ext>
            </a:extLst>
          </p:cNvPr>
          <p:cNvGrpSpPr/>
          <p:nvPr/>
        </p:nvGrpSpPr>
        <p:grpSpPr>
          <a:xfrm>
            <a:off x="9530721" y="5238512"/>
            <a:ext cx="1514611" cy="1075316"/>
            <a:chOff x="7755020" y="4600482"/>
            <a:chExt cx="1514611" cy="1075316"/>
          </a:xfrm>
        </p:grpSpPr>
        <p:grpSp>
          <p:nvGrpSpPr>
            <p:cNvPr id="69" name="그룹 68">
              <a:extLst>
                <a:ext uri="{FF2B5EF4-FFF2-40B4-BE49-F238E27FC236}">
                  <a16:creationId xmlns:a16="http://schemas.microsoft.com/office/drawing/2014/main" id="{CA06C5D8-92E7-D103-63C8-F8EB24EED021}"/>
                </a:ext>
              </a:extLst>
            </p:cNvPr>
            <p:cNvGrpSpPr/>
            <p:nvPr/>
          </p:nvGrpSpPr>
          <p:grpSpPr>
            <a:xfrm>
              <a:off x="7832956" y="4606790"/>
              <a:ext cx="1358739" cy="1069008"/>
              <a:chOff x="2654852" y="1413565"/>
              <a:chExt cx="1358739" cy="1069008"/>
            </a:xfrm>
          </p:grpSpPr>
          <p:sp>
            <p:nvSpPr>
              <p:cNvPr id="71" name="직사각형 70">
                <a:extLst>
                  <a:ext uri="{FF2B5EF4-FFF2-40B4-BE49-F238E27FC236}">
                    <a16:creationId xmlns:a16="http://schemas.microsoft.com/office/drawing/2014/main" id="{EF6ADBC5-B4DA-98C1-E1C0-962131B33D7A}"/>
                  </a:ext>
                </a:extLst>
              </p:cNvPr>
              <p:cNvSpPr/>
              <p:nvPr/>
            </p:nvSpPr>
            <p:spPr>
              <a:xfrm>
                <a:off x="2654852" y="1413565"/>
                <a:ext cx="1358739" cy="1055757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2" name="직사각형 71">
                <a:extLst>
                  <a:ext uri="{FF2B5EF4-FFF2-40B4-BE49-F238E27FC236}">
                    <a16:creationId xmlns:a16="http://schemas.microsoft.com/office/drawing/2014/main" id="{BFF74287-C889-92A1-AD7C-FC418977E851}"/>
                  </a:ext>
                </a:extLst>
              </p:cNvPr>
              <p:cNvSpPr/>
              <p:nvPr/>
            </p:nvSpPr>
            <p:spPr>
              <a:xfrm>
                <a:off x="2659270" y="2124766"/>
                <a:ext cx="1354321" cy="35780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 err="1"/>
                  <a:t>noti</a:t>
                </a:r>
                <a:r>
                  <a:rPr lang="en-US" altLang="ko-KR" sz="1200" dirty="0"/>
                  <a:t>-service</a:t>
                </a:r>
                <a:endParaRPr lang="ko-KR" altLang="en-US" sz="1200" dirty="0"/>
              </a:p>
            </p:txBody>
          </p:sp>
        </p:grp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9931220-B1B8-13ED-CE24-CA3122E723CE}"/>
                </a:ext>
              </a:extLst>
            </p:cNvPr>
            <p:cNvSpPr txBox="1"/>
            <p:nvPr/>
          </p:nvSpPr>
          <p:spPr>
            <a:xfrm>
              <a:off x="7755020" y="4600482"/>
              <a:ext cx="151461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/>
                <a:t>알림서비스</a:t>
              </a:r>
              <a:endParaRPr lang="ko-KR" altLang="en-US" sz="1200" dirty="0"/>
            </a:p>
          </p:txBody>
        </p:sp>
      </p:grp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8E82FF3B-604E-4D0A-10A5-EB5F9C4E9EF5}"/>
              </a:ext>
            </a:extLst>
          </p:cNvPr>
          <p:cNvCxnSpPr>
            <a:cxnSpLocks/>
            <a:stCxn id="60" idx="4"/>
            <a:endCxn id="71" idx="1"/>
          </p:cNvCxnSpPr>
          <p:nvPr/>
        </p:nvCxnSpPr>
        <p:spPr>
          <a:xfrm flipV="1">
            <a:off x="9145777" y="5772699"/>
            <a:ext cx="462880" cy="979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6" name="그룹 115">
            <a:extLst>
              <a:ext uri="{FF2B5EF4-FFF2-40B4-BE49-F238E27FC236}">
                <a16:creationId xmlns:a16="http://schemas.microsoft.com/office/drawing/2014/main" id="{50BCC47C-393D-D345-8CFD-01FFF4257FBC}"/>
              </a:ext>
            </a:extLst>
          </p:cNvPr>
          <p:cNvGrpSpPr/>
          <p:nvPr/>
        </p:nvGrpSpPr>
        <p:grpSpPr>
          <a:xfrm>
            <a:off x="10437217" y="1604286"/>
            <a:ext cx="1362738" cy="2412665"/>
            <a:chOff x="10441751" y="2455378"/>
            <a:chExt cx="1362738" cy="2412665"/>
          </a:xfrm>
        </p:grpSpPr>
        <p:sp>
          <p:nvSpPr>
            <p:cNvPr id="19" name="원통형 18">
              <a:extLst>
                <a:ext uri="{FF2B5EF4-FFF2-40B4-BE49-F238E27FC236}">
                  <a16:creationId xmlns:a16="http://schemas.microsoft.com/office/drawing/2014/main" id="{153792B2-CCAD-640D-0BF8-FC794FF03607}"/>
                </a:ext>
              </a:extLst>
            </p:cNvPr>
            <p:cNvSpPr/>
            <p:nvPr/>
          </p:nvSpPr>
          <p:spPr>
            <a:xfrm>
              <a:off x="10441751" y="2455378"/>
              <a:ext cx="1362738" cy="2412665"/>
            </a:xfrm>
            <a:prstGeom prst="ca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4EB269C-66AD-E684-36CB-3FFA380D40F2}"/>
                </a:ext>
              </a:extLst>
            </p:cNvPr>
            <p:cNvSpPr txBox="1"/>
            <p:nvPr/>
          </p:nvSpPr>
          <p:spPr>
            <a:xfrm rot="5400000">
              <a:off x="10063967" y="3593977"/>
              <a:ext cx="1170609" cy="27699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bg1"/>
                  </a:solidFill>
                </a:rPr>
                <a:t>Master-Slave</a:t>
              </a:r>
              <a:endParaRPr lang="en-US" altLang="ko-KR" dirty="0">
                <a:solidFill>
                  <a:schemeClr val="bg1"/>
                </a:solidFill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E6A81E4C-2709-28EA-22A5-CF3138906B05}"/>
                </a:ext>
              </a:extLst>
            </p:cNvPr>
            <p:cNvSpPr txBox="1"/>
            <p:nvPr/>
          </p:nvSpPr>
          <p:spPr>
            <a:xfrm>
              <a:off x="10552397" y="4471847"/>
              <a:ext cx="11480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solidFill>
                    <a:schemeClr val="bg1"/>
                  </a:solidFill>
                </a:rPr>
                <a:t>Database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51211B22-07B5-9B0B-9979-4E0AF7BF403B}"/>
                </a:ext>
              </a:extLst>
            </p:cNvPr>
            <p:cNvSpPr txBox="1"/>
            <p:nvPr/>
          </p:nvSpPr>
          <p:spPr>
            <a:xfrm rot="5400000">
              <a:off x="10272942" y="3593977"/>
              <a:ext cx="1170609" cy="27699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bg1"/>
                  </a:solidFill>
                </a:rPr>
                <a:t>Write - Read</a:t>
              </a:r>
              <a:endParaRPr lang="en-US" altLang="ko-KR" dirty="0">
                <a:solidFill>
                  <a:schemeClr val="bg1"/>
                </a:solidFill>
              </a:endParaRPr>
            </a:p>
          </p:txBody>
        </p: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A3ED7623-9CBF-4C45-AF95-614746F6A9B4}"/>
              </a:ext>
            </a:extLst>
          </p:cNvPr>
          <p:cNvSpPr txBox="1"/>
          <p:nvPr/>
        </p:nvSpPr>
        <p:spPr>
          <a:xfrm>
            <a:off x="9692154" y="5448467"/>
            <a:ext cx="119616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100" dirty="0" err="1"/>
              <a:t>kafka</a:t>
            </a:r>
            <a:r>
              <a:rPr kumimoji="1" lang="en-US" altLang="ko-KR" sz="1100" dirty="0"/>
              <a:t> consumer</a:t>
            </a:r>
          </a:p>
          <a:p>
            <a:r>
              <a:rPr kumimoji="1" lang="en-US" altLang="ko-KR" sz="1100" dirty="0"/>
              <a:t>alarm API</a:t>
            </a:r>
            <a:endParaRPr kumimoji="1" lang="ko-KR" altLang="en-US" sz="1100" dirty="0"/>
          </a:p>
        </p:txBody>
      </p: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3A7D5AD4-5D64-0F44-9614-70F356ABB03E}"/>
              </a:ext>
            </a:extLst>
          </p:cNvPr>
          <p:cNvGrpSpPr/>
          <p:nvPr/>
        </p:nvGrpSpPr>
        <p:grpSpPr>
          <a:xfrm>
            <a:off x="1589908" y="995141"/>
            <a:ext cx="1935913" cy="821057"/>
            <a:chOff x="2667265" y="2233813"/>
            <a:chExt cx="1935913" cy="686600"/>
          </a:xfrm>
        </p:grpSpPr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08C08433-4D2D-6940-A7A0-C56C0AA81993}"/>
                </a:ext>
              </a:extLst>
            </p:cNvPr>
            <p:cNvSpPr/>
            <p:nvPr/>
          </p:nvSpPr>
          <p:spPr>
            <a:xfrm>
              <a:off x="2673551" y="2233813"/>
              <a:ext cx="1929627" cy="68116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" name="직사각형 94">
              <a:extLst>
                <a:ext uri="{FF2B5EF4-FFF2-40B4-BE49-F238E27FC236}">
                  <a16:creationId xmlns:a16="http://schemas.microsoft.com/office/drawing/2014/main" id="{CE31DB65-2B37-5D43-B589-B2A0A45DA598}"/>
                </a:ext>
              </a:extLst>
            </p:cNvPr>
            <p:cNvSpPr/>
            <p:nvPr/>
          </p:nvSpPr>
          <p:spPr>
            <a:xfrm>
              <a:off x="2667265" y="2651989"/>
              <a:ext cx="1930982" cy="26842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auth-service</a:t>
              </a:r>
              <a:endParaRPr lang="ko-KR" altLang="en-US" dirty="0"/>
            </a:p>
          </p:txBody>
        </p:sp>
      </p:grpSp>
      <p:cxnSp>
        <p:nvCxnSpPr>
          <p:cNvPr id="101" name="직선 연결선[R] 100">
            <a:extLst>
              <a:ext uri="{FF2B5EF4-FFF2-40B4-BE49-F238E27FC236}">
                <a16:creationId xmlns:a16="http://schemas.microsoft.com/office/drawing/2014/main" id="{8A51786D-3706-AB41-A0AD-0084CA164F63}"/>
              </a:ext>
            </a:extLst>
          </p:cNvPr>
          <p:cNvCxnSpPr>
            <a:stCxn id="7" idx="6"/>
            <a:endCxn id="95" idx="2"/>
          </p:cNvCxnSpPr>
          <p:nvPr/>
        </p:nvCxnSpPr>
        <p:spPr>
          <a:xfrm flipV="1">
            <a:off x="1404229" y="1816198"/>
            <a:ext cx="1151170" cy="1180025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꺾인 연결선[E] 106">
            <a:extLst>
              <a:ext uri="{FF2B5EF4-FFF2-40B4-BE49-F238E27FC236}">
                <a16:creationId xmlns:a16="http://schemas.microsoft.com/office/drawing/2014/main" id="{D7870896-F5E0-3848-8A8B-6CDA33A62481}"/>
              </a:ext>
            </a:extLst>
          </p:cNvPr>
          <p:cNvCxnSpPr>
            <a:stCxn id="94" idx="3"/>
            <a:endCxn id="19" idx="1"/>
          </p:cNvCxnSpPr>
          <p:nvPr/>
        </p:nvCxnSpPr>
        <p:spPr>
          <a:xfrm>
            <a:off x="3525821" y="1402422"/>
            <a:ext cx="7592765" cy="201864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60FCA6DF-7156-294C-A7A0-79DFF443AC7E}"/>
              </a:ext>
            </a:extLst>
          </p:cNvPr>
          <p:cNvSpPr txBox="1"/>
          <p:nvPr/>
        </p:nvSpPr>
        <p:spPr>
          <a:xfrm rot="18914963">
            <a:off x="1400853" y="2180657"/>
            <a:ext cx="885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인증</a:t>
            </a:r>
            <a:r>
              <a:rPr lang="en-US" altLang="ko-KR" sz="1200" dirty="0"/>
              <a:t>/</a:t>
            </a:r>
            <a:r>
              <a:rPr lang="ko-KR" altLang="en-US" sz="1200" dirty="0"/>
              <a:t>인가</a:t>
            </a:r>
          </a:p>
        </p:txBody>
      </p:sp>
      <p:cxnSp>
        <p:nvCxnSpPr>
          <p:cNvPr id="125" name="직선 화살표 연결선 124">
            <a:extLst>
              <a:ext uri="{FF2B5EF4-FFF2-40B4-BE49-F238E27FC236}">
                <a16:creationId xmlns:a16="http://schemas.microsoft.com/office/drawing/2014/main" id="{9D857BFD-9CB5-9E4D-8992-7B435D52F0F6}"/>
              </a:ext>
            </a:extLst>
          </p:cNvPr>
          <p:cNvCxnSpPr>
            <a:stCxn id="55" idx="3"/>
            <a:endCxn id="60" idx="2"/>
          </p:cNvCxnSpPr>
          <p:nvPr/>
        </p:nvCxnSpPr>
        <p:spPr>
          <a:xfrm>
            <a:off x="6453905" y="5028559"/>
            <a:ext cx="1043366" cy="75393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꺾인 연결선[E] 130">
            <a:extLst>
              <a:ext uri="{FF2B5EF4-FFF2-40B4-BE49-F238E27FC236}">
                <a16:creationId xmlns:a16="http://schemas.microsoft.com/office/drawing/2014/main" id="{0CCC12AF-8801-7445-A105-6618D1EF101E}"/>
              </a:ext>
            </a:extLst>
          </p:cNvPr>
          <p:cNvCxnSpPr>
            <a:stCxn id="55" idx="3"/>
            <a:endCxn id="19" idx="3"/>
          </p:cNvCxnSpPr>
          <p:nvPr/>
        </p:nvCxnSpPr>
        <p:spPr>
          <a:xfrm flipV="1">
            <a:off x="6453905" y="4016951"/>
            <a:ext cx="4664681" cy="1011608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TextBox 133">
            <a:extLst>
              <a:ext uri="{FF2B5EF4-FFF2-40B4-BE49-F238E27FC236}">
                <a16:creationId xmlns:a16="http://schemas.microsoft.com/office/drawing/2014/main" id="{78EEA587-430A-6348-A173-3A340BE528F0}"/>
              </a:ext>
            </a:extLst>
          </p:cNvPr>
          <p:cNvSpPr txBox="1"/>
          <p:nvPr/>
        </p:nvSpPr>
        <p:spPr>
          <a:xfrm>
            <a:off x="5618738" y="1104632"/>
            <a:ext cx="15584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200" dirty="0"/>
              <a:t>user/password </a:t>
            </a:r>
            <a:r>
              <a:rPr kumimoji="1" lang="ko-KR" altLang="en-US" sz="1200" dirty="0"/>
              <a:t>인증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357A6F01-A821-B44C-ABB5-23794F8786E9}"/>
              </a:ext>
            </a:extLst>
          </p:cNvPr>
          <p:cNvSpPr txBox="1"/>
          <p:nvPr/>
        </p:nvSpPr>
        <p:spPr>
          <a:xfrm>
            <a:off x="7962193" y="4739484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200" dirty="0" err="1"/>
              <a:t>예약저장</a:t>
            </a:r>
            <a:endParaRPr kumimoji="1" lang="ko-KR" altLang="en-US" sz="1200" dirty="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80C09A53-0991-C341-83BE-D710CD754203}"/>
              </a:ext>
            </a:extLst>
          </p:cNvPr>
          <p:cNvSpPr txBox="1"/>
          <p:nvPr/>
        </p:nvSpPr>
        <p:spPr>
          <a:xfrm rot="2046934">
            <a:off x="6881084" y="5218959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200" dirty="0"/>
              <a:t>알림</a:t>
            </a:r>
          </a:p>
        </p:txBody>
      </p:sp>
    </p:spTree>
    <p:extLst>
      <p:ext uri="{BB962C8B-B14F-4D97-AF65-F5344CB8AC3E}">
        <p14:creationId xmlns:p14="http://schemas.microsoft.com/office/powerpoint/2010/main" val="997256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736E8-FD16-8A37-C83C-21C08F1E4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97DED0D-0FB7-7750-B40F-0798EA58D625}"/>
              </a:ext>
            </a:extLst>
          </p:cNvPr>
          <p:cNvSpPr/>
          <p:nvPr/>
        </p:nvSpPr>
        <p:spPr bwMode="gray">
          <a:xfrm>
            <a:off x="776176" y="22034"/>
            <a:ext cx="7026202" cy="369332"/>
          </a:xfrm>
          <a:prstGeom prst="rect">
            <a:avLst/>
          </a:prstGeom>
          <a:noFill/>
        </p:spPr>
        <p:txBody>
          <a:bodyPr wrap="square" lIns="91440" tIns="45720" rIns="91440" bIns="45720" rtlCol="0" fromWordArt="1" anchor="ctr" anchorCtr="0">
            <a:spAutoFit/>
            <a:scene3d>
              <a:camera prst="orthographicFront"/>
              <a:lightRig rig="threePt" dir="t"/>
            </a:scene3d>
            <a:sp3d contourW="50800">
              <a:contourClr>
                <a:schemeClr val="bg1"/>
              </a:contourClr>
            </a:sp3d>
          </a:bodyPr>
          <a:lstStyle/>
          <a:p>
            <a:pPr algn="just"/>
            <a:r>
              <a:rPr lang="en-US" altLang="ko-KR" b="1" spc="-100" dirty="0">
                <a:latin typeface="맑은 고딕"/>
                <a:ea typeface="맑은 고딕"/>
              </a:rPr>
              <a:t>2. </a:t>
            </a:r>
            <a:r>
              <a:rPr lang="ko-KR" altLang="en-US" b="1" spc="-100" dirty="0" err="1">
                <a:latin typeface="맑은 고딕"/>
                <a:ea typeface="맑은 고딕"/>
              </a:rPr>
              <a:t>마이크로서비스</a:t>
            </a:r>
            <a:r>
              <a:rPr lang="ko-KR" altLang="en-US" b="1" spc="-100" dirty="0">
                <a:latin typeface="맑은 고딕"/>
                <a:ea typeface="맑은 고딕"/>
              </a:rPr>
              <a:t> 구성</a:t>
            </a:r>
            <a:r>
              <a:rPr lang="en-US" altLang="ko-KR" b="1" spc="-100" dirty="0">
                <a:latin typeface="맑은 고딕"/>
                <a:ea typeface="맑은 고딕"/>
              </a:rPr>
              <a:t>(</a:t>
            </a:r>
            <a:r>
              <a:rPr lang="ko-KR" altLang="en-US" b="1" spc="-100" dirty="0">
                <a:latin typeface="맑은 고딕"/>
                <a:ea typeface="맑은 고딕"/>
              </a:rPr>
              <a:t>안</a:t>
            </a:r>
            <a:r>
              <a:rPr lang="en-US" altLang="ko-KR" b="1" spc="-100" dirty="0">
                <a:latin typeface="맑은 고딕"/>
                <a:ea typeface="맑은 고딕"/>
              </a:rPr>
              <a:t>) (1/3, </a:t>
            </a:r>
            <a:r>
              <a:rPr lang="ko-KR" altLang="en-US" b="1" spc="-100" dirty="0">
                <a:latin typeface="맑은 고딕"/>
                <a:ea typeface="맑은 고딕"/>
              </a:rPr>
              <a:t>통합예약시스템 서비스분리 결과</a:t>
            </a:r>
            <a:r>
              <a:rPr lang="en-US" altLang="ko-KR" b="1" spc="-100" dirty="0">
                <a:latin typeface="맑은 고딕"/>
                <a:ea typeface="맑은 고딕"/>
              </a:rPr>
              <a:t>)</a:t>
            </a:r>
            <a:endParaRPr lang="ko-KR" altLang="en-US" b="1" spc="-100" dirty="0">
              <a:latin typeface="맑은 고딕"/>
              <a:ea typeface="맑은 고딕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EF99C3CB-C857-7456-3C37-293C767ABEE5}"/>
              </a:ext>
            </a:extLst>
          </p:cNvPr>
          <p:cNvGrpSpPr/>
          <p:nvPr/>
        </p:nvGrpSpPr>
        <p:grpSpPr>
          <a:xfrm>
            <a:off x="3722560" y="2137772"/>
            <a:ext cx="1948070" cy="1540638"/>
            <a:chOff x="2654852" y="1413565"/>
            <a:chExt cx="1948070" cy="1069008"/>
          </a:xfrm>
        </p:grpSpPr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E2FD4CC7-2DE2-F53A-8AC0-CE6BA9869CA6}"/>
                </a:ext>
              </a:extLst>
            </p:cNvPr>
            <p:cNvSpPr/>
            <p:nvPr/>
          </p:nvSpPr>
          <p:spPr>
            <a:xfrm>
              <a:off x="2654852" y="1413565"/>
              <a:ext cx="1943652" cy="105575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A6DF33F7-9344-27F1-EC30-E099DB77166F}"/>
                </a:ext>
              </a:extLst>
            </p:cNvPr>
            <p:cNvSpPr/>
            <p:nvPr/>
          </p:nvSpPr>
          <p:spPr>
            <a:xfrm>
              <a:off x="2659270" y="2233396"/>
              <a:ext cx="1943652" cy="24917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altLang="ko-KR" sz="1200" dirty="0">
                  <a:ea typeface="맑은 고딕"/>
                </a:rPr>
                <a:t>experience-service</a:t>
              </a:r>
              <a:endParaRPr lang="ko-KR" altLang="en-US" sz="1200" dirty="0"/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3ED6990B-E8E5-D44A-22DE-8CD43CC931EE}"/>
              </a:ext>
            </a:extLst>
          </p:cNvPr>
          <p:cNvGrpSpPr/>
          <p:nvPr/>
        </p:nvGrpSpPr>
        <p:grpSpPr>
          <a:xfrm>
            <a:off x="6008743" y="808562"/>
            <a:ext cx="1948070" cy="1069008"/>
            <a:chOff x="2654852" y="1413565"/>
            <a:chExt cx="1948070" cy="1069008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003DBA37-8F5A-3795-ED46-E9567BB20BB3}"/>
                </a:ext>
              </a:extLst>
            </p:cNvPr>
            <p:cNvSpPr/>
            <p:nvPr/>
          </p:nvSpPr>
          <p:spPr>
            <a:xfrm>
              <a:off x="2654852" y="1413565"/>
              <a:ext cx="1943652" cy="105575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F6C290C8-912F-1CAE-2DB7-AA58E6C43925}"/>
                </a:ext>
              </a:extLst>
            </p:cNvPr>
            <p:cNvSpPr/>
            <p:nvPr/>
          </p:nvSpPr>
          <p:spPr>
            <a:xfrm>
              <a:off x="2659270" y="2124766"/>
              <a:ext cx="1943652" cy="35780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/>
                <a:t>play-service</a:t>
              </a:r>
              <a:endParaRPr lang="ko-KR" altLang="en-US" sz="1200" dirty="0"/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6B8AA11D-A241-CF9C-C59D-211C464A0D90}"/>
              </a:ext>
            </a:extLst>
          </p:cNvPr>
          <p:cNvGrpSpPr/>
          <p:nvPr/>
        </p:nvGrpSpPr>
        <p:grpSpPr>
          <a:xfrm>
            <a:off x="1468035" y="792798"/>
            <a:ext cx="2034014" cy="2885611"/>
            <a:chOff x="2654852" y="1413565"/>
            <a:chExt cx="1948070" cy="1069008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29E1922B-4F49-BCD4-2E11-236BB280A2F7}"/>
                </a:ext>
              </a:extLst>
            </p:cNvPr>
            <p:cNvSpPr/>
            <p:nvPr/>
          </p:nvSpPr>
          <p:spPr>
            <a:xfrm>
              <a:off x="2654852" y="1413565"/>
              <a:ext cx="1943652" cy="105575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295418B7-5BDA-432E-71C3-20166F5728D6}"/>
                </a:ext>
              </a:extLst>
            </p:cNvPr>
            <p:cNvSpPr/>
            <p:nvPr/>
          </p:nvSpPr>
          <p:spPr>
            <a:xfrm>
              <a:off x="2659270" y="2351736"/>
              <a:ext cx="1943652" cy="13083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/>
                <a:t>cms-service</a:t>
              </a:r>
              <a:endParaRPr lang="ko-KR" altLang="en-US" sz="1200" dirty="0"/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41857F15-1355-E851-EE4C-2CCD9203C0BC}"/>
              </a:ext>
            </a:extLst>
          </p:cNvPr>
          <p:cNvGrpSpPr/>
          <p:nvPr/>
        </p:nvGrpSpPr>
        <p:grpSpPr>
          <a:xfrm>
            <a:off x="3714360" y="4188031"/>
            <a:ext cx="1948070" cy="1653333"/>
            <a:chOff x="5565912" y="3496431"/>
            <a:chExt cx="1948070" cy="1072229"/>
          </a:xfrm>
        </p:grpSpPr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37EB007B-961B-D1FC-5EDE-C98C93EF0354}"/>
                </a:ext>
              </a:extLst>
            </p:cNvPr>
            <p:cNvGrpSpPr/>
            <p:nvPr/>
          </p:nvGrpSpPr>
          <p:grpSpPr>
            <a:xfrm>
              <a:off x="5565912" y="3499652"/>
              <a:ext cx="1948070" cy="1069008"/>
              <a:chOff x="2654852" y="1413565"/>
              <a:chExt cx="1948070" cy="1069008"/>
            </a:xfrm>
          </p:grpSpPr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63139135-145A-5114-5D76-DD870D6732E0}"/>
                  </a:ext>
                </a:extLst>
              </p:cNvPr>
              <p:cNvSpPr/>
              <p:nvPr/>
            </p:nvSpPr>
            <p:spPr>
              <a:xfrm>
                <a:off x="2654852" y="1413565"/>
                <a:ext cx="1943652" cy="1055757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5A1AFA58-B0A5-135B-50E9-AEED4A7E2C0F}"/>
                  </a:ext>
                </a:extLst>
              </p:cNvPr>
              <p:cNvSpPr/>
              <p:nvPr/>
            </p:nvSpPr>
            <p:spPr>
              <a:xfrm>
                <a:off x="2659270" y="2249680"/>
                <a:ext cx="1943652" cy="232893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/>
                  <a:t>lecture-service</a:t>
                </a:r>
                <a:endParaRPr lang="ko-KR" altLang="en-US" sz="1200" dirty="0"/>
              </a:p>
            </p:txBody>
          </p: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C2D8B6E-D3A5-722B-E1D7-AB91F6A7B513}"/>
                </a:ext>
              </a:extLst>
            </p:cNvPr>
            <p:cNvSpPr txBox="1"/>
            <p:nvPr/>
          </p:nvSpPr>
          <p:spPr>
            <a:xfrm>
              <a:off x="5764848" y="3496431"/>
              <a:ext cx="1528108" cy="1796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b="1"/>
                <a:t>교육</a:t>
              </a:r>
              <a:r>
                <a:rPr lang="en-US" altLang="ko-KR" sz="1200" b="1"/>
                <a:t>/</a:t>
              </a:r>
              <a:r>
                <a:rPr lang="ko-KR" altLang="en-US" sz="1200" b="1"/>
                <a:t>강좌 예약</a:t>
              </a:r>
              <a:endParaRPr lang="ko-KR" altLang="en-US" sz="1200" b="1" dirty="0"/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68495EF4-2F43-A64C-C83B-16DB9EFAD677}"/>
              </a:ext>
            </a:extLst>
          </p:cNvPr>
          <p:cNvSpPr txBox="1"/>
          <p:nvPr/>
        </p:nvSpPr>
        <p:spPr>
          <a:xfrm>
            <a:off x="3990062" y="2134552"/>
            <a:ext cx="14329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/>
              <a:t>견학</a:t>
            </a:r>
            <a:r>
              <a:rPr lang="en-US" altLang="ko-KR" sz="1200" b="1"/>
              <a:t>/</a:t>
            </a:r>
            <a:r>
              <a:rPr lang="ko-KR" altLang="en-US" sz="1200" b="1"/>
              <a:t>체험 예약</a:t>
            </a:r>
            <a:endParaRPr lang="ko-KR" altLang="en-US" sz="1200" b="1" dirty="0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3F603343-7A12-A026-EDE3-74E8F76239B0}"/>
              </a:ext>
            </a:extLst>
          </p:cNvPr>
          <p:cNvGrpSpPr/>
          <p:nvPr/>
        </p:nvGrpSpPr>
        <p:grpSpPr>
          <a:xfrm>
            <a:off x="5995123" y="2134552"/>
            <a:ext cx="1948070" cy="1543858"/>
            <a:chOff x="5565912" y="3496431"/>
            <a:chExt cx="1948070" cy="1072229"/>
          </a:xfrm>
        </p:grpSpPr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41C727AF-D765-7FFA-0583-F5715EC53F3F}"/>
                </a:ext>
              </a:extLst>
            </p:cNvPr>
            <p:cNvGrpSpPr/>
            <p:nvPr/>
          </p:nvGrpSpPr>
          <p:grpSpPr>
            <a:xfrm>
              <a:off x="5565912" y="3499652"/>
              <a:ext cx="1948070" cy="1069008"/>
              <a:chOff x="2654852" y="1413565"/>
              <a:chExt cx="1948070" cy="1069008"/>
            </a:xfrm>
          </p:grpSpPr>
          <p:sp>
            <p:nvSpPr>
              <p:cNvPr id="42" name="직사각형 41">
                <a:extLst>
                  <a:ext uri="{FF2B5EF4-FFF2-40B4-BE49-F238E27FC236}">
                    <a16:creationId xmlns:a16="http://schemas.microsoft.com/office/drawing/2014/main" id="{7A38C7AF-DC70-D94F-BB20-3EC81E3F66AB}"/>
                  </a:ext>
                </a:extLst>
              </p:cNvPr>
              <p:cNvSpPr/>
              <p:nvPr/>
            </p:nvSpPr>
            <p:spPr>
              <a:xfrm>
                <a:off x="2654852" y="1413565"/>
                <a:ext cx="1943652" cy="1055757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" name="직사각형 42">
                <a:extLst>
                  <a:ext uri="{FF2B5EF4-FFF2-40B4-BE49-F238E27FC236}">
                    <a16:creationId xmlns:a16="http://schemas.microsoft.com/office/drawing/2014/main" id="{E033EF74-0456-C360-21AE-98DEE883BACA}"/>
                  </a:ext>
                </a:extLst>
              </p:cNvPr>
              <p:cNvSpPr/>
              <p:nvPr/>
            </p:nvSpPr>
            <p:spPr>
              <a:xfrm>
                <a:off x="2659270" y="2226067"/>
                <a:ext cx="1943652" cy="256506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/>
                  <a:t>spfc-service</a:t>
                </a:r>
                <a:endParaRPr lang="ko-KR" altLang="en-US" sz="1200" dirty="0"/>
              </a:p>
            </p:txBody>
          </p:sp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C82A235-0BB4-5CF6-FC92-F3CBCAF01391}"/>
                </a:ext>
              </a:extLst>
            </p:cNvPr>
            <p:cNvSpPr txBox="1"/>
            <p:nvPr/>
          </p:nvSpPr>
          <p:spPr>
            <a:xfrm>
              <a:off x="5943597" y="3496431"/>
              <a:ext cx="1170609" cy="1923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b="1"/>
                <a:t>체육시설 예약</a:t>
              </a:r>
              <a:endParaRPr lang="ko-KR" altLang="en-US" sz="1200" b="1" dirty="0"/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01117C4D-2385-F30C-84AA-2447E1F9F893}"/>
              </a:ext>
            </a:extLst>
          </p:cNvPr>
          <p:cNvGrpSpPr/>
          <p:nvPr/>
        </p:nvGrpSpPr>
        <p:grpSpPr>
          <a:xfrm>
            <a:off x="6004325" y="4148870"/>
            <a:ext cx="1948070" cy="1705789"/>
            <a:chOff x="5565912" y="3496431"/>
            <a:chExt cx="1948070" cy="1072229"/>
          </a:xfrm>
        </p:grpSpPr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DB6D5B6B-226B-70C0-02EB-8D431D660520}"/>
                </a:ext>
              </a:extLst>
            </p:cNvPr>
            <p:cNvGrpSpPr/>
            <p:nvPr/>
          </p:nvGrpSpPr>
          <p:grpSpPr>
            <a:xfrm>
              <a:off x="5565912" y="3499652"/>
              <a:ext cx="1948070" cy="1069008"/>
              <a:chOff x="2654852" y="1413565"/>
              <a:chExt cx="1948070" cy="1069008"/>
            </a:xfrm>
          </p:grpSpPr>
          <p:sp>
            <p:nvSpPr>
              <p:cNvPr id="47" name="직사각형 46">
                <a:extLst>
                  <a:ext uri="{FF2B5EF4-FFF2-40B4-BE49-F238E27FC236}">
                    <a16:creationId xmlns:a16="http://schemas.microsoft.com/office/drawing/2014/main" id="{49CA9193-98F8-AB55-3792-FD53DC111651}"/>
                  </a:ext>
                </a:extLst>
              </p:cNvPr>
              <p:cNvSpPr/>
              <p:nvPr/>
            </p:nvSpPr>
            <p:spPr>
              <a:xfrm>
                <a:off x="2654852" y="1413565"/>
                <a:ext cx="1943652" cy="1055757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8" name="직사각형 47">
                <a:extLst>
                  <a:ext uri="{FF2B5EF4-FFF2-40B4-BE49-F238E27FC236}">
                    <a16:creationId xmlns:a16="http://schemas.microsoft.com/office/drawing/2014/main" id="{E62FB744-AC13-A6BB-78BE-F9A901CBA0E6}"/>
                  </a:ext>
                </a:extLst>
              </p:cNvPr>
              <p:cNvSpPr/>
              <p:nvPr/>
            </p:nvSpPr>
            <p:spPr>
              <a:xfrm>
                <a:off x="2659270" y="2248485"/>
                <a:ext cx="1943652" cy="23408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/>
                  <a:t>camp-service</a:t>
                </a:r>
                <a:endParaRPr lang="ko-KR" altLang="en-US" sz="1200" dirty="0"/>
              </a:p>
            </p:txBody>
          </p:sp>
        </p:grp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B763B59C-3826-D75C-162F-FB0764CA6F0F}"/>
                </a:ext>
              </a:extLst>
            </p:cNvPr>
            <p:cNvSpPr txBox="1"/>
            <p:nvPr/>
          </p:nvSpPr>
          <p:spPr>
            <a:xfrm>
              <a:off x="5943597" y="3496431"/>
              <a:ext cx="1170609" cy="1741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b="1"/>
                <a:t>캠핑장 예약</a:t>
              </a:r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92226879-6483-50FD-94E0-73B965ABA0B2}"/>
              </a:ext>
            </a:extLst>
          </p:cNvPr>
          <p:cNvSpPr txBox="1"/>
          <p:nvPr/>
        </p:nvSpPr>
        <p:spPr>
          <a:xfrm>
            <a:off x="6311907" y="808306"/>
            <a:ext cx="13373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/>
              <a:t>공연</a:t>
            </a:r>
            <a:r>
              <a:rPr lang="en-US" altLang="ko-KR" sz="1200" b="1"/>
              <a:t>/</a:t>
            </a:r>
            <a:r>
              <a:rPr lang="ko-KR" altLang="en-US" sz="1200" b="1"/>
              <a:t>전시 예약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5DE4A66-C014-A835-B01B-ED56EBF32ABF}"/>
              </a:ext>
            </a:extLst>
          </p:cNvPr>
          <p:cNvSpPr txBox="1"/>
          <p:nvPr/>
        </p:nvSpPr>
        <p:spPr>
          <a:xfrm>
            <a:off x="1856766" y="788224"/>
            <a:ext cx="11706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/>
              <a:t>통합예약 관리</a:t>
            </a:r>
            <a:endParaRPr lang="ko-KR" altLang="en-US" sz="1200" b="1" dirty="0"/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FA4EE8FF-339A-0C5F-BB6F-D119C750FEA3}"/>
              </a:ext>
            </a:extLst>
          </p:cNvPr>
          <p:cNvGrpSpPr/>
          <p:nvPr/>
        </p:nvGrpSpPr>
        <p:grpSpPr>
          <a:xfrm>
            <a:off x="3740598" y="792799"/>
            <a:ext cx="1948070" cy="1069008"/>
            <a:chOff x="2654852" y="1413565"/>
            <a:chExt cx="1948070" cy="1069008"/>
          </a:xfrm>
        </p:grpSpPr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F7F915D1-F5CE-2461-34F9-34129944BEB6}"/>
                </a:ext>
              </a:extLst>
            </p:cNvPr>
            <p:cNvSpPr/>
            <p:nvPr/>
          </p:nvSpPr>
          <p:spPr>
            <a:xfrm>
              <a:off x="2654852" y="1413565"/>
              <a:ext cx="1943652" cy="105575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E76A62DF-1E7B-04B3-3A42-94B5A3563692}"/>
                </a:ext>
              </a:extLst>
            </p:cNvPr>
            <p:cNvSpPr/>
            <p:nvPr/>
          </p:nvSpPr>
          <p:spPr>
            <a:xfrm>
              <a:off x="2659270" y="2124766"/>
              <a:ext cx="1943652" cy="35780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/>
                <a:t>member-service</a:t>
              </a:r>
              <a:endParaRPr lang="ko-KR" altLang="en-US" sz="1200" dirty="0"/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FDD74BF6-CB83-30E7-C1C9-1861700960E7}"/>
              </a:ext>
            </a:extLst>
          </p:cNvPr>
          <p:cNvSpPr txBox="1"/>
          <p:nvPr/>
        </p:nvSpPr>
        <p:spPr>
          <a:xfrm>
            <a:off x="4125092" y="788224"/>
            <a:ext cx="11706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/>
              <a:t>회원 관리</a:t>
            </a:r>
            <a:endParaRPr lang="ko-KR" altLang="en-US" sz="1200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2AC855D-4246-E0E8-3BF8-56532C60BE85}"/>
              </a:ext>
            </a:extLst>
          </p:cNvPr>
          <p:cNvSpPr txBox="1"/>
          <p:nvPr/>
        </p:nvSpPr>
        <p:spPr>
          <a:xfrm>
            <a:off x="10318969" y="68200"/>
            <a:ext cx="16786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▣ 상세내용 </a:t>
            </a:r>
            <a:r>
              <a:rPr lang="ko-KR" altLang="en-US" sz="1200" dirty="0" err="1"/>
              <a:t>엑셀참조</a:t>
            </a:r>
            <a:endParaRPr lang="ko-KR" altLang="en-US" sz="120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FD0CCE3-809E-26C2-F924-9F0C3C99C57D}"/>
              </a:ext>
            </a:extLst>
          </p:cNvPr>
          <p:cNvSpPr txBox="1"/>
          <p:nvPr/>
        </p:nvSpPr>
        <p:spPr>
          <a:xfrm>
            <a:off x="4125092" y="1013405"/>
            <a:ext cx="105028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dirty="0"/>
              <a:t>회원정보조회</a:t>
            </a:r>
            <a:endParaRPr lang="en-US" altLang="ko-KR" sz="9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dirty="0"/>
              <a:t>회원정보수정</a:t>
            </a:r>
            <a:endParaRPr lang="en-US" altLang="ko-KR" sz="9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dirty="0" err="1"/>
              <a:t>아이디찾기</a:t>
            </a:r>
            <a:endParaRPr lang="ko-KR" altLang="en-US" sz="9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108E34B-CD99-78F1-800C-A593FBFC8ED4}"/>
              </a:ext>
            </a:extLst>
          </p:cNvPr>
          <p:cNvSpPr txBox="1"/>
          <p:nvPr/>
        </p:nvSpPr>
        <p:spPr>
          <a:xfrm>
            <a:off x="3714360" y="2338178"/>
            <a:ext cx="1903085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dirty="0"/>
              <a:t>사용자 견학체험 조회 및 예약</a:t>
            </a:r>
            <a:endParaRPr lang="en-US" altLang="ko-KR" sz="9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dirty="0"/>
              <a:t>프로그램 및 분류 관리</a:t>
            </a:r>
            <a:endParaRPr lang="en-US" altLang="ko-KR" sz="9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dirty="0"/>
              <a:t>예약목록 조회 및 상태관리</a:t>
            </a:r>
            <a:endParaRPr lang="en-US" altLang="ko-KR" sz="9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dirty="0"/>
              <a:t>공휴일 등 부대기능 관리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dirty="0"/>
              <a:t>견학 체험 통계 조회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FBFFFF3-7852-FAC6-D7F3-B96EDEC8BBE2}"/>
              </a:ext>
            </a:extLst>
          </p:cNvPr>
          <p:cNvSpPr txBox="1"/>
          <p:nvPr/>
        </p:nvSpPr>
        <p:spPr>
          <a:xfrm>
            <a:off x="3711973" y="4394987"/>
            <a:ext cx="19030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dirty="0"/>
              <a:t>사용자 교육강좌 조회 및 예약</a:t>
            </a:r>
            <a:endParaRPr lang="en-US" altLang="ko-KR" sz="9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dirty="0"/>
              <a:t>강습 프로그램 및 분류 관리</a:t>
            </a:r>
            <a:endParaRPr lang="en-US" altLang="ko-KR" sz="9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dirty="0"/>
              <a:t>예약 관리 및 결제</a:t>
            </a:r>
            <a:r>
              <a:rPr lang="en-US" altLang="ko-KR" sz="900" dirty="0"/>
              <a:t>,</a:t>
            </a:r>
            <a:r>
              <a:rPr lang="ko-KR" altLang="en-US" sz="900" dirty="0"/>
              <a:t>환불 처리</a:t>
            </a:r>
            <a:endParaRPr lang="en-US" altLang="ko-KR" sz="9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dirty="0"/>
              <a:t>기수 및 추첨 관리</a:t>
            </a:r>
          </a:p>
        </p:txBody>
      </p: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A0514643-7841-A2C0-8603-9C3F5CC83375}"/>
              </a:ext>
            </a:extLst>
          </p:cNvPr>
          <p:cNvGrpSpPr/>
          <p:nvPr/>
        </p:nvGrpSpPr>
        <p:grpSpPr>
          <a:xfrm>
            <a:off x="1508427" y="4188031"/>
            <a:ext cx="1948070" cy="1660220"/>
            <a:chOff x="2654852" y="1413565"/>
            <a:chExt cx="1948070" cy="1069007"/>
          </a:xfrm>
        </p:grpSpPr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5125487E-A479-63B1-0D8A-6228CD5A4C06}"/>
                </a:ext>
              </a:extLst>
            </p:cNvPr>
            <p:cNvSpPr/>
            <p:nvPr/>
          </p:nvSpPr>
          <p:spPr>
            <a:xfrm>
              <a:off x="2654852" y="1413565"/>
              <a:ext cx="1943652" cy="105575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D8559579-FEBF-659E-86DD-1CB525E412F6}"/>
                </a:ext>
              </a:extLst>
            </p:cNvPr>
            <p:cNvSpPr/>
            <p:nvPr/>
          </p:nvSpPr>
          <p:spPr>
            <a:xfrm>
              <a:off x="2659270" y="2242782"/>
              <a:ext cx="1943652" cy="23979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/>
                <a:t>common-service</a:t>
              </a:r>
              <a:endParaRPr lang="ko-KR" altLang="en-US" sz="1200" dirty="0"/>
            </a:p>
          </p:txBody>
        </p:sp>
      </p:grpSp>
      <p:sp>
        <p:nvSpPr>
          <p:cNvPr id="82" name="TextBox 81">
            <a:extLst>
              <a:ext uri="{FF2B5EF4-FFF2-40B4-BE49-F238E27FC236}">
                <a16:creationId xmlns:a16="http://schemas.microsoft.com/office/drawing/2014/main" id="{5A46F59A-14A9-29CF-316C-CCECD95C7A0F}"/>
              </a:ext>
            </a:extLst>
          </p:cNvPr>
          <p:cNvSpPr txBox="1"/>
          <p:nvPr/>
        </p:nvSpPr>
        <p:spPr>
          <a:xfrm>
            <a:off x="1845719" y="4204458"/>
            <a:ext cx="11706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/>
              <a:t>공통</a:t>
            </a:r>
          </a:p>
        </p:txBody>
      </p: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239D7102-ACC2-D9A3-7523-F3D1539D947A}"/>
              </a:ext>
            </a:extLst>
          </p:cNvPr>
          <p:cNvGrpSpPr/>
          <p:nvPr/>
        </p:nvGrpSpPr>
        <p:grpSpPr>
          <a:xfrm>
            <a:off x="1307010" y="680279"/>
            <a:ext cx="6808531" cy="5680857"/>
            <a:chOff x="2763954" y="680279"/>
            <a:chExt cx="6808531" cy="5680857"/>
          </a:xfrm>
        </p:grpSpPr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1F88F9AE-FC47-DE96-5087-CCB3C965D480}"/>
                </a:ext>
              </a:extLst>
            </p:cNvPr>
            <p:cNvSpPr/>
            <p:nvPr/>
          </p:nvSpPr>
          <p:spPr>
            <a:xfrm>
              <a:off x="2763954" y="680279"/>
              <a:ext cx="6808531" cy="5647882"/>
            </a:xfrm>
            <a:prstGeom prst="rect">
              <a:avLst/>
            </a:prstGeom>
            <a:noFill/>
            <a:ln w="2540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0" name="그룹 89">
              <a:extLst>
                <a:ext uri="{FF2B5EF4-FFF2-40B4-BE49-F238E27FC236}">
                  <a16:creationId xmlns:a16="http://schemas.microsoft.com/office/drawing/2014/main" id="{4B67BC20-3D8B-E019-5148-5CFB72E194CE}"/>
                </a:ext>
              </a:extLst>
            </p:cNvPr>
            <p:cNvGrpSpPr/>
            <p:nvPr/>
          </p:nvGrpSpPr>
          <p:grpSpPr>
            <a:xfrm>
              <a:off x="2763954" y="5991804"/>
              <a:ext cx="6808531" cy="369332"/>
              <a:chOff x="-4028882" y="6075612"/>
              <a:chExt cx="6808531" cy="369332"/>
            </a:xfrm>
          </p:grpSpPr>
          <p:sp>
            <p:nvSpPr>
              <p:cNvPr id="91" name="직사각형 90">
                <a:extLst>
                  <a:ext uri="{FF2B5EF4-FFF2-40B4-BE49-F238E27FC236}">
                    <a16:creationId xmlns:a16="http://schemas.microsoft.com/office/drawing/2014/main" id="{0319CC2B-1EB0-4797-77F6-9A50C5E56959}"/>
                  </a:ext>
                </a:extLst>
              </p:cNvPr>
              <p:cNvSpPr/>
              <p:nvPr/>
            </p:nvSpPr>
            <p:spPr>
              <a:xfrm>
                <a:off x="-4028882" y="6092100"/>
                <a:ext cx="6808531" cy="336357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F90CA47A-7800-B7B5-F85F-E5901FCC50CA}"/>
                  </a:ext>
                </a:extLst>
              </p:cNvPr>
              <p:cNvSpPr txBox="1"/>
              <p:nvPr/>
            </p:nvSpPr>
            <p:spPr>
              <a:xfrm>
                <a:off x="-2056211" y="6075612"/>
                <a:ext cx="286318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dirty="0">
                    <a:solidFill>
                      <a:schemeClr val="bg1"/>
                    </a:solidFill>
                  </a:rPr>
                  <a:t>코어 도메인</a:t>
                </a:r>
              </a:p>
            </p:txBody>
          </p:sp>
        </p:grpSp>
      </p:grpSp>
      <p:sp>
        <p:nvSpPr>
          <p:cNvPr id="98" name="TextBox 97">
            <a:extLst>
              <a:ext uri="{FF2B5EF4-FFF2-40B4-BE49-F238E27FC236}">
                <a16:creationId xmlns:a16="http://schemas.microsoft.com/office/drawing/2014/main" id="{A88ED4D1-A68E-1EB0-56AA-25E413997413}"/>
              </a:ext>
            </a:extLst>
          </p:cNvPr>
          <p:cNvSpPr txBox="1"/>
          <p:nvPr/>
        </p:nvSpPr>
        <p:spPr>
          <a:xfrm>
            <a:off x="6037899" y="2339532"/>
            <a:ext cx="19030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dirty="0"/>
              <a:t>사용자 체육시설 조회 및 예약</a:t>
            </a:r>
            <a:endParaRPr lang="en-US" altLang="ko-KR" sz="9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dirty="0"/>
              <a:t>시설분류 및 시설 관리</a:t>
            </a:r>
            <a:endParaRPr lang="en-US" altLang="ko-KR" sz="9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dirty="0"/>
              <a:t>예약 목록 조회 및 상태관리</a:t>
            </a:r>
            <a:endParaRPr lang="en-US" altLang="ko-KR" sz="9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dirty="0"/>
              <a:t>공휴일 등 부대기능 관리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01D8D9B-D330-A591-B7E3-5F406D4A4E88}"/>
              </a:ext>
            </a:extLst>
          </p:cNvPr>
          <p:cNvSpPr txBox="1"/>
          <p:nvPr/>
        </p:nvSpPr>
        <p:spPr>
          <a:xfrm>
            <a:off x="6064277" y="4352576"/>
            <a:ext cx="17876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dirty="0"/>
              <a:t>사용자 캠핑장 조회 및 예약</a:t>
            </a:r>
            <a:endParaRPr lang="en-US" altLang="ko-KR" sz="9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dirty="0"/>
              <a:t>프로그램 관리 및 조회</a:t>
            </a:r>
            <a:endParaRPr lang="en-US" altLang="ko-KR" sz="9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dirty="0"/>
              <a:t>시설 분류 및 시설 관리</a:t>
            </a:r>
            <a:endParaRPr lang="en-US" altLang="ko-KR" sz="9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dirty="0"/>
              <a:t>공휴일 등 부대기능 관리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3172677D-BA20-0223-D463-C09BB9ED1DC9}"/>
              </a:ext>
            </a:extLst>
          </p:cNvPr>
          <p:cNvSpPr txBox="1"/>
          <p:nvPr/>
        </p:nvSpPr>
        <p:spPr>
          <a:xfrm>
            <a:off x="6166858" y="1061324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dirty="0"/>
              <a:t>사용자 공연전시 조회</a:t>
            </a:r>
            <a:endParaRPr lang="en-US" altLang="ko-KR" sz="9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dirty="0"/>
              <a:t>프로그램 및 분류 관리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AAF16D08-39AA-BF71-3BD0-899FF9AEC491}"/>
              </a:ext>
            </a:extLst>
          </p:cNvPr>
          <p:cNvSpPr txBox="1"/>
          <p:nvPr/>
        </p:nvSpPr>
        <p:spPr>
          <a:xfrm>
            <a:off x="1523835" y="4481457"/>
            <a:ext cx="1888659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dirty="0"/>
              <a:t>사용자 게시판 관리</a:t>
            </a:r>
            <a:endParaRPr lang="en-US" altLang="ko-KR" sz="9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dirty="0"/>
              <a:t>사용자 마이페이지 조회</a:t>
            </a:r>
            <a:endParaRPr lang="en-US" altLang="ko-KR" sz="9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dirty="0"/>
              <a:t>관리자 게시판 생성 및 관리</a:t>
            </a:r>
            <a:endParaRPr lang="en-US" altLang="ko-KR" sz="9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dirty="0"/>
              <a:t>관리</a:t>
            </a:r>
            <a:r>
              <a:rPr lang="en-US" altLang="ko-KR" sz="900" dirty="0"/>
              <a:t>;</a:t>
            </a:r>
            <a:r>
              <a:rPr lang="ko-KR" altLang="en-US" sz="900" dirty="0"/>
              <a:t>자 유지보수 게시판 관리</a:t>
            </a:r>
            <a:endParaRPr lang="en-US" altLang="ko-KR" sz="9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dirty="0"/>
              <a:t>관리자 기타 부대기능 관리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55482931-CCAB-E7A6-D6EA-E76E0AD2E7D4}"/>
              </a:ext>
            </a:extLst>
          </p:cNvPr>
          <p:cNvSpPr txBox="1"/>
          <p:nvPr/>
        </p:nvSpPr>
        <p:spPr>
          <a:xfrm>
            <a:off x="1628571" y="1029036"/>
            <a:ext cx="1672253" cy="189282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900" dirty="0"/>
              <a:t>CMS</a:t>
            </a:r>
            <a:r>
              <a:rPr lang="ko-KR" altLang="en-US" sz="900" dirty="0"/>
              <a:t> 홈페이지 관리</a:t>
            </a:r>
            <a:endParaRPr lang="en-US" altLang="ko-KR" sz="9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dirty="0"/>
              <a:t>기관 및 기관 담당자 관리</a:t>
            </a:r>
            <a:endParaRPr lang="en-US" altLang="ko-KR" sz="9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dirty="0"/>
              <a:t>온라인 </a:t>
            </a:r>
            <a:r>
              <a:rPr lang="en-US" altLang="ko-KR" sz="900" dirty="0"/>
              <a:t>PG</a:t>
            </a:r>
            <a:r>
              <a:rPr lang="ko-KR" altLang="en-US" sz="900" dirty="0"/>
              <a:t>사 관리</a:t>
            </a:r>
            <a:endParaRPr lang="en-US" altLang="ko-KR" sz="9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dirty="0"/>
              <a:t>회원 및 관리자 관리</a:t>
            </a:r>
            <a:endParaRPr lang="en-US" altLang="ko-KR" sz="9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dirty="0"/>
              <a:t>관리자 접속아이피 관리</a:t>
            </a:r>
            <a:endParaRPr lang="en-US" altLang="ko-KR" sz="9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dirty="0"/>
              <a:t>감면서비스 관리</a:t>
            </a:r>
            <a:endParaRPr lang="en-US" altLang="ko-KR" sz="9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dirty="0"/>
              <a:t>조직도 관리</a:t>
            </a:r>
            <a:endParaRPr lang="en-US" altLang="ko-KR" sz="9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dirty="0"/>
              <a:t>접속 통계 조회</a:t>
            </a:r>
            <a:endParaRPr lang="en-US" altLang="ko-KR" sz="9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dirty="0"/>
              <a:t>개인정보 로그 조회</a:t>
            </a:r>
            <a:endParaRPr lang="en-US" altLang="ko-KR" sz="9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dirty="0"/>
              <a:t>메시지 템플릿 조회</a:t>
            </a:r>
            <a:endParaRPr lang="en-US" altLang="ko-KR" sz="9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dirty="0"/>
              <a:t>기타 부대기능 관리</a:t>
            </a:r>
            <a:endParaRPr lang="en-US" altLang="ko-KR" sz="9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dirty="0">
                <a:ea typeface="맑은 고딕"/>
              </a:rPr>
              <a:t>영업일보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ko-KR" altLang="en-US" sz="900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667CC41E-89AB-564B-A53F-D7D94ECC01B3}"/>
              </a:ext>
            </a:extLst>
          </p:cNvPr>
          <p:cNvGrpSpPr/>
          <p:nvPr/>
        </p:nvGrpSpPr>
        <p:grpSpPr>
          <a:xfrm>
            <a:off x="8237326" y="680279"/>
            <a:ext cx="2303364" cy="5680857"/>
            <a:chOff x="8237326" y="680279"/>
            <a:chExt cx="2303364" cy="5680857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02E1765C-9F0D-0844-9BCC-41A05B7A4BA8}"/>
                </a:ext>
              </a:extLst>
            </p:cNvPr>
            <p:cNvGrpSpPr/>
            <p:nvPr/>
          </p:nvGrpSpPr>
          <p:grpSpPr>
            <a:xfrm>
              <a:off x="8414973" y="1118673"/>
              <a:ext cx="1948070" cy="1069008"/>
              <a:chOff x="409710" y="1299633"/>
              <a:chExt cx="1948070" cy="1069008"/>
            </a:xfrm>
          </p:grpSpPr>
          <p:grpSp>
            <p:nvGrpSpPr>
              <p:cNvPr id="70" name="그룹 7">
                <a:extLst>
                  <a:ext uri="{FF2B5EF4-FFF2-40B4-BE49-F238E27FC236}">
                    <a16:creationId xmlns:a16="http://schemas.microsoft.com/office/drawing/2014/main" id="{B504CBAB-AC2A-D0F3-11AB-0EA13A176CE3}"/>
                  </a:ext>
                </a:extLst>
              </p:cNvPr>
              <p:cNvGrpSpPr/>
              <p:nvPr/>
            </p:nvGrpSpPr>
            <p:grpSpPr>
              <a:xfrm>
                <a:off x="409710" y="1299633"/>
                <a:ext cx="1948070" cy="1069008"/>
                <a:chOff x="2654852" y="1413565"/>
                <a:chExt cx="1948070" cy="1069008"/>
              </a:xfrm>
            </p:grpSpPr>
            <p:sp>
              <p:nvSpPr>
                <p:cNvPr id="71" name="직사각형 4">
                  <a:extLst>
                    <a:ext uri="{FF2B5EF4-FFF2-40B4-BE49-F238E27FC236}">
                      <a16:creationId xmlns:a16="http://schemas.microsoft.com/office/drawing/2014/main" id="{0314D6EB-2297-EF4C-8F21-137E1DE528A2}"/>
                    </a:ext>
                  </a:extLst>
                </p:cNvPr>
                <p:cNvSpPr/>
                <p:nvPr/>
              </p:nvSpPr>
              <p:spPr>
                <a:xfrm>
                  <a:off x="2654852" y="1413565"/>
                  <a:ext cx="1943652" cy="1055757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72" name="직사각형 5">
                  <a:extLst>
                    <a:ext uri="{FF2B5EF4-FFF2-40B4-BE49-F238E27FC236}">
                      <a16:creationId xmlns:a16="http://schemas.microsoft.com/office/drawing/2014/main" id="{8D57627C-CBC5-7F5D-41E2-DC4CB3356A1A}"/>
                    </a:ext>
                  </a:extLst>
                </p:cNvPr>
                <p:cNvSpPr/>
                <p:nvPr/>
              </p:nvSpPr>
              <p:spPr>
                <a:xfrm>
                  <a:off x="2659270" y="2124766"/>
                  <a:ext cx="1943652" cy="35780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/>
                  <a:r>
                    <a:rPr lang="en-US" altLang="ko-KR" dirty="0">
                      <a:ea typeface="맑은 고딕"/>
                    </a:rPr>
                    <a:t>auth-service</a:t>
                  </a:r>
                  <a:endParaRPr lang="ko-KR" altLang="en-US" dirty="0"/>
                </a:p>
              </p:txBody>
            </p:sp>
          </p:grp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E6BDF979-889D-06F0-D880-A93FC0C1F872}"/>
                  </a:ext>
                </a:extLst>
              </p:cNvPr>
              <p:cNvSpPr txBox="1"/>
              <p:nvPr/>
            </p:nvSpPr>
            <p:spPr>
              <a:xfrm>
                <a:off x="761620" y="1364666"/>
                <a:ext cx="1244251" cy="5770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050" dirty="0"/>
                  <a:t>인증</a:t>
                </a:r>
                <a:r>
                  <a:rPr lang="en-US" altLang="ko-KR" sz="1050" dirty="0"/>
                  <a:t>/</a:t>
                </a:r>
                <a:r>
                  <a:rPr lang="ko-KR" altLang="en-US" sz="1050" dirty="0"/>
                  <a:t>토큰발행</a:t>
                </a:r>
                <a:endParaRPr lang="en-US" altLang="ko-KR" sz="105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050" dirty="0"/>
                  <a:t>id/pass </a:t>
                </a:r>
                <a:r>
                  <a:rPr lang="ko-KR" altLang="en-US" sz="1050" dirty="0"/>
                  <a:t>로그인</a:t>
                </a:r>
                <a:endParaRPr lang="en-US" altLang="ko-KR" sz="105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050" dirty="0" err="1"/>
                  <a:t>소셜로그인</a:t>
                </a:r>
                <a:endParaRPr lang="ko-KR" altLang="en-US" sz="1050" dirty="0"/>
              </a:p>
            </p:txBody>
          </p:sp>
        </p:grpSp>
        <p:grpSp>
          <p:nvGrpSpPr>
            <p:cNvPr id="93" name="그룹 92">
              <a:extLst>
                <a:ext uri="{FF2B5EF4-FFF2-40B4-BE49-F238E27FC236}">
                  <a16:creationId xmlns:a16="http://schemas.microsoft.com/office/drawing/2014/main" id="{A290BA2D-96AE-9A03-15D5-E0162E5ACAA2}"/>
                </a:ext>
              </a:extLst>
            </p:cNvPr>
            <p:cNvGrpSpPr/>
            <p:nvPr/>
          </p:nvGrpSpPr>
          <p:grpSpPr>
            <a:xfrm>
              <a:off x="8237326" y="680279"/>
              <a:ext cx="2303364" cy="5680857"/>
              <a:chOff x="9694270" y="680279"/>
              <a:chExt cx="2303364" cy="5680857"/>
            </a:xfrm>
          </p:grpSpPr>
          <p:sp>
            <p:nvSpPr>
              <p:cNvPr id="94" name="직사각형 93">
                <a:extLst>
                  <a:ext uri="{FF2B5EF4-FFF2-40B4-BE49-F238E27FC236}">
                    <a16:creationId xmlns:a16="http://schemas.microsoft.com/office/drawing/2014/main" id="{AD4CBE0B-1277-E24F-DAF1-4DB4A4C1007C}"/>
                  </a:ext>
                </a:extLst>
              </p:cNvPr>
              <p:cNvSpPr/>
              <p:nvPr/>
            </p:nvSpPr>
            <p:spPr>
              <a:xfrm>
                <a:off x="9697753" y="680279"/>
                <a:ext cx="2278834" cy="5647882"/>
              </a:xfrm>
              <a:prstGeom prst="rect">
                <a:avLst/>
              </a:prstGeom>
              <a:noFill/>
              <a:ln w="25400">
                <a:solidFill>
                  <a:schemeClr val="accent6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95" name="그룹 94">
                <a:extLst>
                  <a:ext uri="{FF2B5EF4-FFF2-40B4-BE49-F238E27FC236}">
                    <a16:creationId xmlns:a16="http://schemas.microsoft.com/office/drawing/2014/main" id="{7BCDA1F2-BFDC-2130-F39B-06BE915ED9F2}"/>
                  </a:ext>
                </a:extLst>
              </p:cNvPr>
              <p:cNvGrpSpPr/>
              <p:nvPr/>
            </p:nvGrpSpPr>
            <p:grpSpPr>
              <a:xfrm>
                <a:off x="9694270" y="5991804"/>
                <a:ext cx="2303364" cy="369332"/>
                <a:chOff x="220559" y="6347131"/>
                <a:chExt cx="2262764" cy="369332"/>
              </a:xfrm>
            </p:grpSpPr>
            <p:sp>
              <p:nvSpPr>
                <p:cNvPr id="96" name="직사각형 95">
                  <a:extLst>
                    <a:ext uri="{FF2B5EF4-FFF2-40B4-BE49-F238E27FC236}">
                      <a16:creationId xmlns:a16="http://schemas.microsoft.com/office/drawing/2014/main" id="{82724241-82C0-DF4D-B24E-E67A7C53916C}"/>
                    </a:ext>
                  </a:extLst>
                </p:cNvPr>
                <p:cNvSpPr/>
                <p:nvPr/>
              </p:nvSpPr>
              <p:spPr>
                <a:xfrm>
                  <a:off x="220559" y="6372453"/>
                  <a:ext cx="2262764" cy="336357"/>
                </a:xfrm>
                <a:prstGeom prst="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1D056BEF-13A2-2599-11D9-F361D79C2488}"/>
                    </a:ext>
                  </a:extLst>
                </p:cNvPr>
                <p:cNvSpPr txBox="1"/>
                <p:nvPr/>
              </p:nvSpPr>
              <p:spPr>
                <a:xfrm>
                  <a:off x="694959" y="6347131"/>
                  <a:ext cx="14364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solidFill>
                        <a:schemeClr val="bg1"/>
                      </a:solidFill>
                    </a:rPr>
                    <a:t>지원 도메인</a:t>
                  </a:r>
                </a:p>
              </p:txBody>
            </p:sp>
          </p:grpSp>
        </p:grpSp>
        <p:grpSp>
          <p:nvGrpSpPr>
            <p:cNvPr id="104" name="그룹 103">
              <a:extLst>
                <a:ext uri="{FF2B5EF4-FFF2-40B4-BE49-F238E27FC236}">
                  <a16:creationId xmlns:a16="http://schemas.microsoft.com/office/drawing/2014/main" id="{5FCC9325-4A4F-A74F-BE24-653C335A071A}"/>
                </a:ext>
              </a:extLst>
            </p:cNvPr>
            <p:cNvGrpSpPr/>
            <p:nvPr/>
          </p:nvGrpSpPr>
          <p:grpSpPr>
            <a:xfrm>
              <a:off x="8414973" y="2711846"/>
              <a:ext cx="1948070" cy="1072229"/>
              <a:chOff x="9871917" y="2860811"/>
              <a:chExt cx="1948070" cy="1072229"/>
            </a:xfrm>
          </p:grpSpPr>
          <p:grpSp>
            <p:nvGrpSpPr>
              <p:cNvPr id="105" name="그룹 104">
                <a:extLst>
                  <a:ext uri="{FF2B5EF4-FFF2-40B4-BE49-F238E27FC236}">
                    <a16:creationId xmlns:a16="http://schemas.microsoft.com/office/drawing/2014/main" id="{63858544-DF12-AC45-B5F2-FC411B5192F3}"/>
                  </a:ext>
                </a:extLst>
              </p:cNvPr>
              <p:cNvGrpSpPr/>
              <p:nvPr/>
            </p:nvGrpSpPr>
            <p:grpSpPr>
              <a:xfrm>
                <a:off x="9871917" y="2860811"/>
                <a:ext cx="1948070" cy="1072229"/>
                <a:chOff x="5565912" y="3496431"/>
                <a:chExt cx="1948070" cy="1072229"/>
              </a:xfrm>
            </p:grpSpPr>
            <p:grpSp>
              <p:nvGrpSpPr>
                <p:cNvPr id="107" name="그룹 106">
                  <a:extLst>
                    <a:ext uri="{FF2B5EF4-FFF2-40B4-BE49-F238E27FC236}">
                      <a16:creationId xmlns:a16="http://schemas.microsoft.com/office/drawing/2014/main" id="{7939FF05-1625-0540-8E8E-2B0349EE13FA}"/>
                    </a:ext>
                  </a:extLst>
                </p:cNvPr>
                <p:cNvGrpSpPr/>
                <p:nvPr/>
              </p:nvGrpSpPr>
              <p:grpSpPr>
                <a:xfrm>
                  <a:off x="5565912" y="3499652"/>
                  <a:ext cx="1948070" cy="1069008"/>
                  <a:chOff x="2654852" y="1413565"/>
                  <a:chExt cx="1948070" cy="1069008"/>
                </a:xfrm>
              </p:grpSpPr>
              <p:sp>
                <p:nvSpPr>
                  <p:cNvPr id="109" name="직사각형 108">
                    <a:extLst>
                      <a:ext uri="{FF2B5EF4-FFF2-40B4-BE49-F238E27FC236}">
                        <a16:creationId xmlns:a16="http://schemas.microsoft.com/office/drawing/2014/main" id="{F40CE7C9-ECA5-DA4E-A4EA-E4C02B5742F9}"/>
                      </a:ext>
                    </a:extLst>
                  </p:cNvPr>
                  <p:cNvSpPr/>
                  <p:nvPr/>
                </p:nvSpPr>
                <p:spPr>
                  <a:xfrm>
                    <a:off x="2654852" y="1413565"/>
                    <a:ext cx="1943652" cy="1055757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10" name="직사각형 109">
                    <a:extLst>
                      <a:ext uri="{FF2B5EF4-FFF2-40B4-BE49-F238E27FC236}">
                        <a16:creationId xmlns:a16="http://schemas.microsoft.com/office/drawing/2014/main" id="{1AC8656F-071B-2B41-97E7-3FC9F9CFFFAF}"/>
                      </a:ext>
                    </a:extLst>
                  </p:cNvPr>
                  <p:cNvSpPr/>
                  <p:nvPr/>
                </p:nvSpPr>
                <p:spPr>
                  <a:xfrm>
                    <a:off x="2659270" y="2124766"/>
                    <a:ext cx="1943652" cy="35780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200" err="1"/>
                      <a:t>noti</a:t>
                    </a:r>
                    <a:r>
                      <a:rPr lang="en-US" altLang="ko-KR" sz="1200"/>
                      <a:t>-service</a:t>
                    </a:r>
                    <a:endParaRPr lang="ko-KR" altLang="en-US" sz="1200"/>
                  </a:p>
                </p:txBody>
              </p:sp>
            </p:grpSp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340180F4-910F-5742-8650-389553BAA882}"/>
                    </a:ext>
                  </a:extLst>
                </p:cNvPr>
                <p:cNvSpPr txBox="1"/>
                <p:nvPr/>
              </p:nvSpPr>
              <p:spPr>
                <a:xfrm>
                  <a:off x="5943597" y="3496431"/>
                  <a:ext cx="1170609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ko-KR" altLang="en-US" sz="1200" b="1" dirty="0"/>
                    <a:t>알림 서비스</a:t>
                  </a:r>
                </a:p>
              </p:txBody>
            </p:sp>
          </p:grpSp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C1915010-26E3-FB4C-9C17-36CD0D0DA567}"/>
                  </a:ext>
                </a:extLst>
              </p:cNvPr>
              <p:cNvSpPr txBox="1"/>
              <p:nvPr/>
            </p:nvSpPr>
            <p:spPr>
              <a:xfrm>
                <a:off x="10240658" y="3092549"/>
                <a:ext cx="12105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ko-KR"/>
                </a:defPPr>
                <a:lvl1pPr marL="171450" indent="-171450">
                  <a:buFont typeface="Arial" panose="020B0604020202020204" pitchFamily="34" charset="0"/>
                  <a:buChar char="•"/>
                  <a:defRPr sz="900"/>
                </a:lvl1pPr>
              </a:lstStyle>
              <a:p>
                <a:r>
                  <a:rPr lang="en-US" altLang="ko-KR" dirty="0"/>
                  <a:t>Kafka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Consumer</a:t>
                </a:r>
              </a:p>
              <a:p>
                <a:r>
                  <a:rPr lang="en-US" altLang="ko-KR" dirty="0"/>
                  <a:t>Alarm API</a:t>
                </a:r>
                <a:endParaRPr lang="ko-KR" altLang="en-US" dirty="0"/>
              </a:p>
            </p:txBody>
          </p:sp>
        </p:grpSp>
        <p:grpSp>
          <p:nvGrpSpPr>
            <p:cNvPr id="111" name="그룹 110">
              <a:extLst>
                <a:ext uri="{FF2B5EF4-FFF2-40B4-BE49-F238E27FC236}">
                  <a16:creationId xmlns:a16="http://schemas.microsoft.com/office/drawing/2014/main" id="{EB7A716A-91BA-B747-8A38-09368EE35E8E}"/>
                </a:ext>
              </a:extLst>
            </p:cNvPr>
            <p:cNvGrpSpPr/>
            <p:nvPr/>
          </p:nvGrpSpPr>
          <p:grpSpPr>
            <a:xfrm>
              <a:off x="8419391" y="4308241"/>
              <a:ext cx="1948070" cy="1072229"/>
              <a:chOff x="9876335" y="4308241"/>
              <a:chExt cx="1948070" cy="1072229"/>
            </a:xfrm>
          </p:grpSpPr>
          <p:grpSp>
            <p:nvGrpSpPr>
              <p:cNvPr id="112" name="그룹 111">
                <a:extLst>
                  <a:ext uri="{FF2B5EF4-FFF2-40B4-BE49-F238E27FC236}">
                    <a16:creationId xmlns:a16="http://schemas.microsoft.com/office/drawing/2014/main" id="{71B04084-57B8-2C45-B82F-43B6025F5C97}"/>
                  </a:ext>
                </a:extLst>
              </p:cNvPr>
              <p:cNvGrpSpPr/>
              <p:nvPr/>
            </p:nvGrpSpPr>
            <p:grpSpPr>
              <a:xfrm>
                <a:off x="9876335" y="4308241"/>
                <a:ext cx="1948070" cy="1072229"/>
                <a:chOff x="5565912" y="3496431"/>
                <a:chExt cx="1948070" cy="1072229"/>
              </a:xfrm>
            </p:grpSpPr>
            <p:grpSp>
              <p:nvGrpSpPr>
                <p:cNvPr id="114" name="그룹 113">
                  <a:extLst>
                    <a:ext uri="{FF2B5EF4-FFF2-40B4-BE49-F238E27FC236}">
                      <a16:creationId xmlns:a16="http://schemas.microsoft.com/office/drawing/2014/main" id="{26F4E283-AC18-EB41-8499-A46BE9F12542}"/>
                    </a:ext>
                  </a:extLst>
                </p:cNvPr>
                <p:cNvGrpSpPr/>
                <p:nvPr/>
              </p:nvGrpSpPr>
              <p:grpSpPr>
                <a:xfrm>
                  <a:off x="5565912" y="3499652"/>
                  <a:ext cx="1948070" cy="1069008"/>
                  <a:chOff x="2654852" y="1413565"/>
                  <a:chExt cx="1948070" cy="1069008"/>
                </a:xfrm>
              </p:grpSpPr>
              <p:sp>
                <p:nvSpPr>
                  <p:cNvPr id="116" name="직사각형 115">
                    <a:extLst>
                      <a:ext uri="{FF2B5EF4-FFF2-40B4-BE49-F238E27FC236}">
                        <a16:creationId xmlns:a16="http://schemas.microsoft.com/office/drawing/2014/main" id="{7DF38EED-162A-794A-9CD2-0C2612896893}"/>
                      </a:ext>
                    </a:extLst>
                  </p:cNvPr>
                  <p:cNvSpPr/>
                  <p:nvPr/>
                </p:nvSpPr>
                <p:spPr>
                  <a:xfrm>
                    <a:off x="2654852" y="1413565"/>
                    <a:ext cx="1943652" cy="1055757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17" name="직사각형 116">
                    <a:extLst>
                      <a:ext uri="{FF2B5EF4-FFF2-40B4-BE49-F238E27FC236}">
                        <a16:creationId xmlns:a16="http://schemas.microsoft.com/office/drawing/2014/main" id="{9785207D-5ACD-3248-A6ED-B13109636D2F}"/>
                      </a:ext>
                    </a:extLst>
                  </p:cNvPr>
                  <p:cNvSpPr/>
                  <p:nvPr/>
                </p:nvSpPr>
                <p:spPr>
                  <a:xfrm>
                    <a:off x="2659270" y="2124766"/>
                    <a:ext cx="1943652" cy="35780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200"/>
                      <a:t>stats-service</a:t>
                    </a:r>
                    <a:endParaRPr lang="ko-KR" altLang="en-US" sz="1200"/>
                  </a:p>
                </p:txBody>
              </p:sp>
            </p:grpSp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B585BAF3-5BAC-424B-9E62-75D93783C79B}"/>
                    </a:ext>
                  </a:extLst>
                </p:cNvPr>
                <p:cNvSpPr txBox="1"/>
                <p:nvPr/>
              </p:nvSpPr>
              <p:spPr>
                <a:xfrm>
                  <a:off x="5943597" y="3496431"/>
                  <a:ext cx="1170609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ko-KR" altLang="en-US" sz="1200" b="1"/>
                    <a:t>서비스 통계</a:t>
                  </a:r>
                </a:p>
              </p:txBody>
            </p:sp>
          </p:grp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CB582FF7-AC96-9C45-BF3A-4E7185A83AE1}"/>
                  </a:ext>
                </a:extLst>
              </p:cNvPr>
              <p:cNvSpPr txBox="1"/>
              <p:nvPr/>
            </p:nvSpPr>
            <p:spPr>
              <a:xfrm>
                <a:off x="10245076" y="4531123"/>
                <a:ext cx="12105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ko-KR"/>
                </a:defPPr>
                <a:lvl1pPr marL="171450" indent="-171450">
                  <a:buFont typeface="Arial" panose="020B0604020202020204" pitchFamily="34" charset="0"/>
                  <a:buChar char="•"/>
                  <a:defRPr sz="900"/>
                </a:lvl1pPr>
              </a:lstStyle>
              <a:p>
                <a:r>
                  <a:rPr lang="en-US" altLang="ko-KR" dirty="0"/>
                  <a:t>Kafka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Consumer</a:t>
                </a:r>
              </a:p>
              <a:p>
                <a:r>
                  <a:rPr lang="en-US" altLang="ko-KR" dirty="0"/>
                  <a:t>Query response</a:t>
                </a:r>
                <a:endParaRPr lang="ko-KR" alt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64464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13BBE-22C3-0BB1-D0B5-A435F85CC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DBFA19F-B4E7-0274-D07B-870A79586A84}"/>
              </a:ext>
            </a:extLst>
          </p:cNvPr>
          <p:cNvSpPr/>
          <p:nvPr/>
        </p:nvSpPr>
        <p:spPr bwMode="gray">
          <a:xfrm>
            <a:off x="776176" y="22034"/>
            <a:ext cx="7026202" cy="369332"/>
          </a:xfrm>
          <a:prstGeom prst="rect">
            <a:avLst/>
          </a:prstGeom>
          <a:noFill/>
        </p:spPr>
        <p:txBody>
          <a:bodyPr wrap="square" rtlCol="0" fromWordArt="1" anchor="ctr" anchorCtr="0">
            <a:spAutoFit/>
            <a:scene3d>
              <a:camera prst="orthographicFront"/>
              <a:lightRig rig="threePt" dir="t"/>
            </a:scene3d>
            <a:sp3d contourW="50800">
              <a:contourClr>
                <a:schemeClr val="bg1"/>
              </a:contourClr>
            </a:sp3d>
          </a:bodyPr>
          <a:lstStyle/>
          <a:p>
            <a:pPr algn="just"/>
            <a:r>
              <a:rPr lang="en-US" altLang="ko-KR" b="1" spc="-100">
                <a:latin typeface="+mn-ea"/>
              </a:rPr>
              <a:t>2. </a:t>
            </a:r>
            <a:r>
              <a:rPr lang="ko-KR" altLang="en-US" b="1" spc="-100">
                <a:latin typeface="+mn-ea"/>
              </a:rPr>
              <a:t>마이크로서비스 구성</a:t>
            </a:r>
            <a:r>
              <a:rPr lang="en-US" altLang="ko-KR" b="1" spc="-100">
                <a:latin typeface="+mn-ea"/>
              </a:rPr>
              <a:t>(</a:t>
            </a:r>
            <a:r>
              <a:rPr lang="ko-KR" altLang="en-US" b="1" spc="-100">
                <a:latin typeface="+mn-ea"/>
              </a:rPr>
              <a:t>안</a:t>
            </a:r>
            <a:r>
              <a:rPr lang="en-US" altLang="ko-KR" b="1" spc="-100">
                <a:latin typeface="+mn-ea"/>
              </a:rPr>
              <a:t>) (2/3, </a:t>
            </a:r>
            <a:r>
              <a:rPr lang="ko-KR" altLang="en-US" b="1" spc="-100">
                <a:latin typeface="+mn-ea"/>
              </a:rPr>
              <a:t>평생학습플랫폼 서비스분리 결과</a:t>
            </a:r>
            <a:r>
              <a:rPr lang="en-US" altLang="ko-KR" b="1" spc="-100">
                <a:latin typeface="+mn-ea"/>
              </a:rPr>
              <a:t>)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BE286C14-45CC-14F4-4CAE-BEC1D1EBA79A}"/>
              </a:ext>
            </a:extLst>
          </p:cNvPr>
          <p:cNvSpPr txBox="1"/>
          <p:nvPr/>
        </p:nvSpPr>
        <p:spPr>
          <a:xfrm>
            <a:off x="10318969" y="68200"/>
            <a:ext cx="16786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▣ 상세내용 </a:t>
            </a:r>
            <a:r>
              <a:rPr lang="ko-KR" altLang="en-US" sz="1200" dirty="0" err="1"/>
              <a:t>엑셀참조</a:t>
            </a:r>
            <a:endParaRPr lang="ko-KR" altLang="en-US" sz="1200" dirty="0"/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EF1925DC-B9B6-2248-82B4-380D3B3A6891}"/>
              </a:ext>
            </a:extLst>
          </p:cNvPr>
          <p:cNvGrpSpPr/>
          <p:nvPr/>
        </p:nvGrpSpPr>
        <p:grpSpPr>
          <a:xfrm>
            <a:off x="1300062" y="680279"/>
            <a:ext cx="6808531" cy="5680857"/>
            <a:chOff x="1142418" y="680279"/>
            <a:chExt cx="6808531" cy="5680857"/>
          </a:xfrm>
        </p:grpSpPr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7AF61756-66F7-1144-B2F7-4A12C0EA6EA8}"/>
                </a:ext>
              </a:extLst>
            </p:cNvPr>
            <p:cNvGrpSpPr/>
            <p:nvPr/>
          </p:nvGrpSpPr>
          <p:grpSpPr>
            <a:xfrm>
              <a:off x="3443222" y="1543615"/>
              <a:ext cx="1986441" cy="1507582"/>
              <a:chOff x="3443222" y="1543615"/>
              <a:chExt cx="1986441" cy="1507582"/>
            </a:xfrm>
          </p:grpSpPr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A46CA272-1F7D-A73C-CE92-D4BFD778E54A}"/>
                  </a:ext>
                </a:extLst>
              </p:cNvPr>
              <p:cNvSpPr/>
              <p:nvPr/>
            </p:nvSpPr>
            <p:spPr>
              <a:xfrm>
                <a:off x="3451422" y="1548190"/>
                <a:ext cx="1943652" cy="129762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4477EB40-EE38-0B98-2A67-862FDD238BFA}"/>
                  </a:ext>
                </a:extLst>
              </p:cNvPr>
              <p:cNvSpPr/>
              <p:nvPr/>
            </p:nvSpPr>
            <p:spPr>
              <a:xfrm>
                <a:off x="3455840" y="2693390"/>
                <a:ext cx="1943652" cy="35780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/>
                  <a:t>portal-service</a:t>
                </a:r>
                <a:endParaRPr lang="ko-KR" altLang="en-US" sz="1200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CEDFD51-B247-213F-D6C7-694C98685D58}"/>
                  </a:ext>
                </a:extLst>
              </p:cNvPr>
              <p:cNvSpPr txBox="1"/>
              <p:nvPr/>
            </p:nvSpPr>
            <p:spPr>
              <a:xfrm>
                <a:off x="3840153" y="1543615"/>
                <a:ext cx="117060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200" b="1" dirty="0"/>
                  <a:t>포털</a:t>
                </a:r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068735B1-2361-DFA2-D060-483EA0E288A5}"/>
                  </a:ext>
                </a:extLst>
              </p:cNvPr>
              <p:cNvSpPr txBox="1"/>
              <p:nvPr/>
            </p:nvSpPr>
            <p:spPr>
              <a:xfrm>
                <a:off x="3443222" y="1769016"/>
                <a:ext cx="1986441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900"/>
                  <a:t>회원정보조회</a:t>
                </a:r>
                <a:r>
                  <a:rPr lang="en-US" altLang="ko-KR" sz="900"/>
                  <a:t>,</a:t>
                </a:r>
                <a:r>
                  <a:rPr lang="ko-KR" altLang="en-US" sz="900"/>
                  <a:t> 수정</a:t>
                </a:r>
                <a:endParaRPr lang="en-US" altLang="ko-KR" sz="9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900"/>
                  <a:t>이용가이드</a:t>
                </a:r>
                <a:r>
                  <a:rPr lang="en-US" altLang="ko-KR" sz="900"/>
                  <a:t>, </a:t>
                </a:r>
                <a:r>
                  <a:rPr lang="ko-KR" altLang="en-US" sz="900"/>
                  <a:t>문해교육센터 등</a:t>
                </a:r>
                <a:endParaRPr lang="en-US" altLang="ko-KR" sz="9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900"/>
                  <a:t>소식</a:t>
                </a:r>
                <a:r>
                  <a:rPr lang="en-US" altLang="ko-KR" sz="900"/>
                  <a:t>, </a:t>
                </a:r>
                <a:r>
                  <a:rPr lang="ko-KR" altLang="en-US" sz="900"/>
                  <a:t>사업안내 등</a:t>
                </a:r>
                <a:endParaRPr lang="en-US" altLang="ko-KR" sz="9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900"/>
                  <a:t>공지사항</a:t>
                </a:r>
                <a:r>
                  <a:rPr lang="en-US" altLang="ko-KR" sz="900"/>
                  <a:t>, </a:t>
                </a:r>
                <a:r>
                  <a:rPr lang="ko-KR" altLang="en-US" sz="900"/>
                  <a:t>입찰공고 등</a:t>
                </a:r>
                <a:endParaRPr lang="en-US" altLang="ko-KR" sz="9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900"/>
                  <a:t>고객의 소리</a:t>
                </a:r>
                <a:r>
                  <a:rPr lang="en-US" altLang="ko-KR" sz="900"/>
                  <a:t>, </a:t>
                </a:r>
                <a:r>
                  <a:rPr lang="ko-KR" altLang="en-US" sz="900"/>
                  <a:t>교육자료 등</a:t>
                </a:r>
                <a:endParaRPr lang="en-US" altLang="ko-KR" sz="9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900"/>
                  <a:t>자주묻는질문</a:t>
                </a:r>
                <a:r>
                  <a:rPr lang="en-US" altLang="ko-KR" sz="900"/>
                  <a:t>(FAQ), </a:t>
                </a:r>
                <a:r>
                  <a:rPr lang="ko-KR" altLang="en-US" sz="900"/>
                  <a:t>행사갤러리</a:t>
                </a:r>
              </a:p>
            </p:txBody>
          </p:sp>
        </p:grp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F0AF0001-FDB8-A144-B767-0B6404EA4164}"/>
                </a:ext>
              </a:extLst>
            </p:cNvPr>
            <p:cNvGrpSpPr/>
            <p:nvPr/>
          </p:nvGrpSpPr>
          <p:grpSpPr>
            <a:xfrm>
              <a:off x="3443222" y="3362674"/>
              <a:ext cx="2018501" cy="1072229"/>
              <a:chOff x="3443222" y="3362674"/>
              <a:chExt cx="2018501" cy="1072229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49DEEE4-5CB3-A05F-EA6C-84352F7FB178}"/>
                  </a:ext>
                </a:extLst>
              </p:cNvPr>
              <p:cNvSpPr txBox="1"/>
              <p:nvPr/>
            </p:nvSpPr>
            <p:spPr>
              <a:xfrm>
                <a:off x="3850088" y="3362674"/>
                <a:ext cx="117060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200" b="1"/>
                  <a:t>강좌관리</a:t>
                </a:r>
              </a:p>
            </p:txBody>
          </p:sp>
          <p:grpSp>
            <p:nvGrpSpPr>
              <p:cNvPr id="4" name="그룹 3">
                <a:extLst>
                  <a:ext uri="{FF2B5EF4-FFF2-40B4-BE49-F238E27FC236}">
                    <a16:creationId xmlns:a16="http://schemas.microsoft.com/office/drawing/2014/main" id="{33EACDB4-0A1F-5516-7133-FA5380321AC6}"/>
                  </a:ext>
                </a:extLst>
              </p:cNvPr>
              <p:cNvGrpSpPr/>
              <p:nvPr/>
            </p:nvGrpSpPr>
            <p:grpSpPr>
              <a:xfrm>
                <a:off x="3451422" y="3365895"/>
                <a:ext cx="1948070" cy="1069008"/>
                <a:chOff x="2654852" y="1413565"/>
                <a:chExt cx="1948070" cy="1069008"/>
              </a:xfrm>
            </p:grpSpPr>
            <p:sp>
              <p:nvSpPr>
                <p:cNvPr id="5" name="직사각형 4">
                  <a:extLst>
                    <a:ext uri="{FF2B5EF4-FFF2-40B4-BE49-F238E27FC236}">
                      <a16:creationId xmlns:a16="http://schemas.microsoft.com/office/drawing/2014/main" id="{86A5941E-5DCE-DBDB-D069-9B18449CED9A}"/>
                    </a:ext>
                  </a:extLst>
                </p:cNvPr>
                <p:cNvSpPr/>
                <p:nvPr/>
              </p:nvSpPr>
              <p:spPr>
                <a:xfrm>
                  <a:off x="2654852" y="1413565"/>
                  <a:ext cx="1943652" cy="1055757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" name="직사각형 5">
                  <a:extLst>
                    <a:ext uri="{FF2B5EF4-FFF2-40B4-BE49-F238E27FC236}">
                      <a16:creationId xmlns:a16="http://schemas.microsoft.com/office/drawing/2014/main" id="{51FD0333-3C70-0499-1B62-D7BC05D4F2F6}"/>
                    </a:ext>
                  </a:extLst>
                </p:cNvPr>
                <p:cNvSpPr/>
                <p:nvPr/>
              </p:nvSpPr>
              <p:spPr>
                <a:xfrm>
                  <a:off x="2659270" y="2124766"/>
                  <a:ext cx="1943652" cy="35780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200"/>
                    <a:t>course-service</a:t>
                  </a:r>
                  <a:endParaRPr lang="ko-KR" altLang="en-US" sz="1200"/>
                </a:p>
              </p:txBody>
            </p:sp>
          </p:grp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B88A2E86-0FAE-3A2B-75C7-B5EA52B42CD8}"/>
                  </a:ext>
                </a:extLst>
              </p:cNvPr>
              <p:cNvSpPr txBox="1"/>
              <p:nvPr/>
            </p:nvSpPr>
            <p:spPr>
              <a:xfrm>
                <a:off x="3443222" y="3566300"/>
                <a:ext cx="2018501" cy="5078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900" dirty="0" err="1"/>
                  <a:t>기관관리자</a:t>
                </a:r>
                <a:r>
                  <a:rPr lang="ko-KR" altLang="en-US" sz="900" dirty="0"/>
                  <a:t> </a:t>
                </a:r>
                <a:r>
                  <a:rPr lang="ko-KR" altLang="en-US" sz="900" dirty="0" err="1"/>
                  <a:t>회차</a:t>
                </a:r>
                <a:r>
                  <a:rPr lang="ko-KR" altLang="en-US" sz="900" dirty="0"/>
                  <a:t> 및 </a:t>
                </a:r>
                <a:r>
                  <a:rPr lang="ko-KR" altLang="en-US" sz="900" dirty="0" err="1"/>
                  <a:t>강좌관리</a:t>
                </a:r>
                <a:r>
                  <a:rPr lang="ko-KR" altLang="en-US" sz="900" dirty="0"/>
                  <a:t> 등</a:t>
                </a:r>
                <a:endParaRPr lang="en-US" altLang="ko-KR" sz="90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900" dirty="0" err="1"/>
                  <a:t>온라인강좌</a:t>
                </a:r>
                <a:r>
                  <a:rPr lang="ko-KR" altLang="en-US" sz="900" dirty="0"/>
                  <a:t> 관리</a:t>
                </a:r>
                <a:endParaRPr lang="en-US" altLang="ko-KR" sz="90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900" dirty="0"/>
                  <a:t>강사 강좌 관리 등</a:t>
                </a:r>
              </a:p>
            </p:txBody>
          </p:sp>
        </p:grp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81EAD4D2-BE43-FA45-A0B2-7A96A409DFF1}"/>
                </a:ext>
              </a:extLst>
            </p:cNvPr>
            <p:cNvGrpSpPr/>
            <p:nvPr/>
          </p:nvGrpSpPr>
          <p:grpSpPr>
            <a:xfrm>
              <a:off x="5732172" y="3365547"/>
              <a:ext cx="1950457" cy="1072229"/>
              <a:chOff x="5732172" y="3365547"/>
              <a:chExt cx="1950457" cy="1072229"/>
            </a:xfrm>
          </p:grpSpPr>
          <p:grpSp>
            <p:nvGrpSpPr>
              <p:cNvPr id="10" name="그룹 9">
                <a:extLst>
                  <a:ext uri="{FF2B5EF4-FFF2-40B4-BE49-F238E27FC236}">
                    <a16:creationId xmlns:a16="http://schemas.microsoft.com/office/drawing/2014/main" id="{B52E4872-7EE9-0ACD-DAAA-8636E2ABA3B6}"/>
                  </a:ext>
                </a:extLst>
              </p:cNvPr>
              <p:cNvGrpSpPr/>
              <p:nvPr/>
            </p:nvGrpSpPr>
            <p:grpSpPr>
              <a:xfrm>
                <a:off x="5734559" y="3365547"/>
                <a:ext cx="1948070" cy="1072229"/>
                <a:chOff x="5565912" y="3496431"/>
                <a:chExt cx="1948070" cy="1072229"/>
              </a:xfrm>
            </p:grpSpPr>
            <p:grpSp>
              <p:nvGrpSpPr>
                <p:cNvPr id="11" name="그룹 10">
                  <a:extLst>
                    <a:ext uri="{FF2B5EF4-FFF2-40B4-BE49-F238E27FC236}">
                      <a16:creationId xmlns:a16="http://schemas.microsoft.com/office/drawing/2014/main" id="{EF3D0517-1002-56DA-E899-77A6F720ECD0}"/>
                    </a:ext>
                  </a:extLst>
                </p:cNvPr>
                <p:cNvGrpSpPr/>
                <p:nvPr/>
              </p:nvGrpSpPr>
              <p:grpSpPr>
                <a:xfrm>
                  <a:off x="5565912" y="3499652"/>
                  <a:ext cx="1948070" cy="1069008"/>
                  <a:chOff x="2654852" y="1413565"/>
                  <a:chExt cx="1948070" cy="1069008"/>
                </a:xfrm>
              </p:grpSpPr>
              <p:sp>
                <p:nvSpPr>
                  <p:cNvPr id="13" name="직사각형 12">
                    <a:extLst>
                      <a:ext uri="{FF2B5EF4-FFF2-40B4-BE49-F238E27FC236}">
                        <a16:creationId xmlns:a16="http://schemas.microsoft.com/office/drawing/2014/main" id="{C7B15C47-C3C0-F51C-14B5-F9C476BC528B}"/>
                      </a:ext>
                    </a:extLst>
                  </p:cNvPr>
                  <p:cNvSpPr/>
                  <p:nvPr/>
                </p:nvSpPr>
                <p:spPr>
                  <a:xfrm>
                    <a:off x="2654852" y="1413565"/>
                    <a:ext cx="1943652" cy="1055757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4" name="직사각형 13">
                    <a:extLst>
                      <a:ext uri="{FF2B5EF4-FFF2-40B4-BE49-F238E27FC236}">
                        <a16:creationId xmlns:a16="http://schemas.microsoft.com/office/drawing/2014/main" id="{42D32767-A1FA-41ED-80F4-9AE26F412BBB}"/>
                      </a:ext>
                    </a:extLst>
                  </p:cNvPr>
                  <p:cNvSpPr/>
                  <p:nvPr/>
                </p:nvSpPr>
                <p:spPr>
                  <a:xfrm>
                    <a:off x="2659270" y="2124766"/>
                    <a:ext cx="1943652" cy="35780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200"/>
                      <a:t>lecture-service</a:t>
                    </a:r>
                    <a:endParaRPr lang="ko-KR" altLang="en-US" sz="1200"/>
                  </a:p>
                </p:txBody>
              </p:sp>
            </p:grp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89A20089-4C63-D32D-0072-E535CD994A68}"/>
                    </a:ext>
                  </a:extLst>
                </p:cNvPr>
                <p:cNvSpPr txBox="1"/>
                <p:nvPr/>
              </p:nvSpPr>
              <p:spPr>
                <a:xfrm>
                  <a:off x="5943597" y="3496431"/>
                  <a:ext cx="1170609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ko-KR" altLang="en-US" sz="1200" b="1"/>
                    <a:t>수강관리</a:t>
                  </a:r>
                </a:p>
              </p:txBody>
            </p:sp>
          </p:grp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D9942F19-815E-981F-D04F-343CFEB86EC6}"/>
                  </a:ext>
                </a:extLst>
              </p:cNvPr>
              <p:cNvSpPr txBox="1"/>
              <p:nvPr/>
            </p:nvSpPr>
            <p:spPr>
              <a:xfrm>
                <a:off x="5732172" y="3572502"/>
                <a:ext cx="1787669" cy="5078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900" dirty="0"/>
                  <a:t>수강과목 조회 및 수강신청</a:t>
                </a:r>
                <a:endParaRPr lang="en-US" altLang="ko-KR" sz="90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900" dirty="0"/>
                  <a:t>수강신청결과 조회</a:t>
                </a:r>
                <a:endParaRPr lang="en-US" altLang="ko-KR" sz="90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900" dirty="0" err="1"/>
                  <a:t>수강내역</a:t>
                </a:r>
                <a:r>
                  <a:rPr lang="ko-KR" altLang="en-US" sz="900" dirty="0"/>
                  <a:t> 및 수료증 조회 등</a:t>
                </a:r>
              </a:p>
            </p:txBody>
          </p:sp>
        </p:grp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267FA34C-C7DC-9844-AA45-72053B706B0A}"/>
                </a:ext>
              </a:extLst>
            </p:cNvPr>
            <p:cNvGrpSpPr/>
            <p:nvPr/>
          </p:nvGrpSpPr>
          <p:grpSpPr>
            <a:xfrm>
              <a:off x="5719567" y="1547753"/>
              <a:ext cx="1963947" cy="1507657"/>
              <a:chOff x="5719567" y="1547753"/>
              <a:chExt cx="1963947" cy="1507657"/>
            </a:xfrm>
          </p:grpSpPr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id="{57BB3956-7A78-0314-18C5-DE8EF7144710}"/>
                  </a:ext>
                </a:extLst>
              </p:cNvPr>
              <p:cNvGrpSpPr/>
              <p:nvPr/>
            </p:nvGrpSpPr>
            <p:grpSpPr>
              <a:xfrm>
                <a:off x="5723986" y="1547753"/>
                <a:ext cx="1959528" cy="1507657"/>
                <a:chOff x="5565912" y="3496431"/>
                <a:chExt cx="1953782" cy="1072229"/>
              </a:xfrm>
            </p:grpSpPr>
            <p:grpSp>
              <p:nvGrpSpPr>
                <p:cNvPr id="17" name="그룹 16">
                  <a:extLst>
                    <a:ext uri="{FF2B5EF4-FFF2-40B4-BE49-F238E27FC236}">
                      <a16:creationId xmlns:a16="http://schemas.microsoft.com/office/drawing/2014/main" id="{8659D931-B2BE-1A7E-FC17-F32C25861B7B}"/>
                    </a:ext>
                  </a:extLst>
                </p:cNvPr>
                <p:cNvGrpSpPr/>
                <p:nvPr/>
              </p:nvGrpSpPr>
              <p:grpSpPr>
                <a:xfrm>
                  <a:off x="5565912" y="3499652"/>
                  <a:ext cx="1953782" cy="1069008"/>
                  <a:chOff x="2654852" y="1413565"/>
                  <a:chExt cx="1953782" cy="1069008"/>
                </a:xfrm>
              </p:grpSpPr>
              <p:sp>
                <p:nvSpPr>
                  <p:cNvPr id="35" name="직사각형 34">
                    <a:extLst>
                      <a:ext uri="{FF2B5EF4-FFF2-40B4-BE49-F238E27FC236}">
                        <a16:creationId xmlns:a16="http://schemas.microsoft.com/office/drawing/2014/main" id="{6C738977-0846-6EF2-F716-50A3A0A89CBD}"/>
                      </a:ext>
                    </a:extLst>
                  </p:cNvPr>
                  <p:cNvSpPr/>
                  <p:nvPr/>
                </p:nvSpPr>
                <p:spPr>
                  <a:xfrm>
                    <a:off x="2654852" y="1413565"/>
                    <a:ext cx="1943652" cy="1055757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36" name="직사각형 35">
                    <a:extLst>
                      <a:ext uri="{FF2B5EF4-FFF2-40B4-BE49-F238E27FC236}">
                        <a16:creationId xmlns:a16="http://schemas.microsoft.com/office/drawing/2014/main" id="{8F68B3C0-5337-6E4C-A823-A0F77AA7086D}"/>
                      </a:ext>
                    </a:extLst>
                  </p:cNvPr>
                  <p:cNvSpPr/>
                  <p:nvPr/>
                </p:nvSpPr>
                <p:spPr>
                  <a:xfrm>
                    <a:off x="2659270" y="2222557"/>
                    <a:ext cx="1949364" cy="260016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200" err="1"/>
                      <a:t>inst</a:t>
                    </a:r>
                    <a:r>
                      <a:rPr lang="en-US" altLang="ko-KR" sz="1200"/>
                      <a:t>-service</a:t>
                    </a:r>
                    <a:endParaRPr lang="ko-KR" altLang="en-US" sz="1200"/>
                  </a:p>
                </p:txBody>
              </p:sp>
            </p:grpSp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2C15CF29-41AF-B304-21A9-8FFD301437FA}"/>
                    </a:ext>
                  </a:extLst>
                </p:cNvPr>
                <p:cNvSpPr txBox="1"/>
                <p:nvPr/>
              </p:nvSpPr>
              <p:spPr>
                <a:xfrm>
                  <a:off x="5943597" y="3496431"/>
                  <a:ext cx="1170609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ko-KR" altLang="en-US" sz="1200" b="1" dirty="0" err="1"/>
                    <a:t>기관관리</a:t>
                  </a:r>
                  <a:endParaRPr lang="ko-KR" altLang="en-US" sz="1200" b="1" dirty="0"/>
                </a:p>
              </p:txBody>
            </p:sp>
          </p:grp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9829A8D5-D256-CBA8-173E-D84D5DAD13FD}"/>
                  </a:ext>
                </a:extLst>
              </p:cNvPr>
              <p:cNvSpPr txBox="1"/>
              <p:nvPr/>
            </p:nvSpPr>
            <p:spPr>
              <a:xfrm>
                <a:off x="5719567" y="1774295"/>
                <a:ext cx="1787669" cy="5078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900" dirty="0" err="1"/>
                  <a:t>기관관리</a:t>
                </a:r>
                <a:r>
                  <a:rPr lang="en-US" altLang="ko-KR" sz="900" dirty="0"/>
                  <a:t>, </a:t>
                </a:r>
                <a:r>
                  <a:rPr lang="ko-KR" altLang="en-US" sz="900" dirty="0" err="1"/>
                  <a:t>기관담당자</a:t>
                </a:r>
                <a:r>
                  <a:rPr lang="ko-KR" altLang="en-US" sz="900" dirty="0"/>
                  <a:t> 관리</a:t>
                </a:r>
                <a:endParaRPr lang="en-US" altLang="ko-KR" sz="90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900" dirty="0"/>
                  <a:t>기관 강사 관리</a:t>
                </a:r>
                <a:endParaRPr lang="en-US" altLang="ko-KR" sz="90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900" dirty="0"/>
                  <a:t>기관 대관 및 </a:t>
                </a:r>
                <a:r>
                  <a:rPr lang="ko-KR" altLang="en-US" sz="900" dirty="0" err="1"/>
                  <a:t>공유공간</a:t>
                </a:r>
                <a:r>
                  <a:rPr lang="ko-KR" altLang="en-US" sz="900" dirty="0"/>
                  <a:t> 관리</a:t>
                </a:r>
              </a:p>
            </p:txBody>
          </p:sp>
        </p:grpSp>
        <p:grpSp>
          <p:nvGrpSpPr>
            <p:cNvPr id="88" name="그룹 87">
              <a:extLst>
                <a:ext uri="{FF2B5EF4-FFF2-40B4-BE49-F238E27FC236}">
                  <a16:creationId xmlns:a16="http://schemas.microsoft.com/office/drawing/2014/main" id="{BB3AEF30-029A-DAB0-7F9C-ECF755F6E962}"/>
                </a:ext>
              </a:extLst>
            </p:cNvPr>
            <p:cNvGrpSpPr/>
            <p:nvPr/>
          </p:nvGrpSpPr>
          <p:grpSpPr>
            <a:xfrm>
              <a:off x="1142418" y="680279"/>
              <a:ext cx="6808531" cy="5680857"/>
              <a:chOff x="2763954" y="680279"/>
              <a:chExt cx="6808531" cy="5680857"/>
            </a:xfrm>
          </p:grpSpPr>
          <p:sp>
            <p:nvSpPr>
              <p:cNvPr id="89" name="직사각형 88">
                <a:extLst>
                  <a:ext uri="{FF2B5EF4-FFF2-40B4-BE49-F238E27FC236}">
                    <a16:creationId xmlns:a16="http://schemas.microsoft.com/office/drawing/2014/main" id="{AFAA1031-819A-2DBF-D697-4181CF280660}"/>
                  </a:ext>
                </a:extLst>
              </p:cNvPr>
              <p:cNvSpPr/>
              <p:nvPr/>
            </p:nvSpPr>
            <p:spPr>
              <a:xfrm>
                <a:off x="2763954" y="680279"/>
                <a:ext cx="6808531" cy="5647882"/>
              </a:xfrm>
              <a:prstGeom prst="rect">
                <a:avLst/>
              </a:prstGeom>
              <a:noFill/>
              <a:ln w="25400">
                <a:solidFill>
                  <a:srgbClr val="FF0000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90" name="그룹 89">
                <a:extLst>
                  <a:ext uri="{FF2B5EF4-FFF2-40B4-BE49-F238E27FC236}">
                    <a16:creationId xmlns:a16="http://schemas.microsoft.com/office/drawing/2014/main" id="{981500E5-8A8A-1B5E-EB2B-4E06D34950DE}"/>
                  </a:ext>
                </a:extLst>
              </p:cNvPr>
              <p:cNvGrpSpPr/>
              <p:nvPr/>
            </p:nvGrpSpPr>
            <p:grpSpPr>
              <a:xfrm>
                <a:off x="2763954" y="5991804"/>
                <a:ext cx="6808531" cy="369332"/>
                <a:chOff x="-4028882" y="6075612"/>
                <a:chExt cx="6808531" cy="369332"/>
              </a:xfrm>
            </p:grpSpPr>
            <p:sp>
              <p:nvSpPr>
                <p:cNvPr id="91" name="직사각형 90">
                  <a:extLst>
                    <a:ext uri="{FF2B5EF4-FFF2-40B4-BE49-F238E27FC236}">
                      <a16:creationId xmlns:a16="http://schemas.microsoft.com/office/drawing/2014/main" id="{9C4081AF-A3C2-5184-33FD-30085E77D6A6}"/>
                    </a:ext>
                  </a:extLst>
                </p:cNvPr>
                <p:cNvSpPr/>
                <p:nvPr/>
              </p:nvSpPr>
              <p:spPr>
                <a:xfrm>
                  <a:off x="-4028882" y="6092100"/>
                  <a:ext cx="6808531" cy="336357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EBABE615-B95A-0181-7BBD-81851A8CF8DC}"/>
                    </a:ext>
                  </a:extLst>
                </p:cNvPr>
                <p:cNvSpPr txBox="1"/>
                <p:nvPr/>
              </p:nvSpPr>
              <p:spPr>
                <a:xfrm>
                  <a:off x="-2056211" y="6075612"/>
                  <a:ext cx="286318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ko-KR" altLang="en-US" dirty="0">
                      <a:solidFill>
                        <a:schemeClr val="bg1"/>
                      </a:solidFill>
                    </a:rPr>
                    <a:t>코어 도메인</a:t>
                  </a:r>
                </a:p>
              </p:txBody>
            </p:sp>
          </p:grpSp>
        </p:grp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CE8F1E34-2822-8549-80F6-4A78C3EDD2BC}"/>
                </a:ext>
              </a:extLst>
            </p:cNvPr>
            <p:cNvGrpSpPr/>
            <p:nvPr/>
          </p:nvGrpSpPr>
          <p:grpSpPr>
            <a:xfrm>
              <a:off x="1303443" y="1550462"/>
              <a:ext cx="2034014" cy="2890185"/>
              <a:chOff x="1303443" y="1550462"/>
              <a:chExt cx="2034014" cy="2890185"/>
            </a:xfrm>
          </p:grpSpPr>
          <p:grpSp>
            <p:nvGrpSpPr>
              <p:cNvPr id="18" name="그룹 17">
                <a:extLst>
                  <a:ext uri="{FF2B5EF4-FFF2-40B4-BE49-F238E27FC236}">
                    <a16:creationId xmlns:a16="http://schemas.microsoft.com/office/drawing/2014/main" id="{6F453A6D-4AD6-75D9-07F2-F121CFC0F7DB}"/>
                  </a:ext>
                </a:extLst>
              </p:cNvPr>
              <p:cNvGrpSpPr/>
              <p:nvPr/>
            </p:nvGrpSpPr>
            <p:grpSpPr>
              <a:xfrm>
                <a:off x="1303443" y="1555036"/>
                <a:ext cx="2034014" cy="2885611"/>
                <a:chOff x="2654852" y="1413565"/>
                <a:chExt cx="1948070" cy="1069008"/>
              </a:xfrm>
            </p:grpSpPr>
            <p:sp>
              <p:nvSpPr>
                <p:cNvPr id="19" name="직사각형 18">
                  <a:extLst>
                    <a:ext uri="{FF2B5EF4-FFF2-40B4-BE49-F238E27FC236}">
                      <a16:creationId xmlns:a16="http://schemas.microsoft.com/office/drawing/2014/main" id="{97E5FFFB-95F9-0F2F-5284-42DAFF5501A3}"/>
                    </a:ext>
                  </a:extLst>
                </p:cNvPr>
                <p:cNvSpPr/>
                <p:nvPr/>
              </p:nvSpPr>
              <p:spPr>
                <a:xfrm>
                  <a:off x="2654852" y="1413565"/>
                  <a:ext cx="1943652" cy="1055757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0" name="직사각형 19">
                  <a:extLst>
                    <a:ext uri="{FF2B5EF4-FFF2-40B4-BE49-F238E27FC236}">
                      <a16:creationId xmlns:a16="http://schemas.microsoft.com/office/drawing/2014/main" id="{66F40D30-760A-D26E-50D1-CC40B3131D03}"/>
                    </a:ext>
                  </a:extLst>
                </p:cNvPr>
                <p:cNvSpPr/>
                <p:nvPr/>
              </p:nvSpPr>
              <p:spPr>
                <a:xfrm>
                  <a:off x="2659270" y="2351736"/>
                  <a:ext cx="1943652" cy="13083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200"/>
                    <a:t>cms-service</a:t>
                  </a:r>
                  <a:endParaRPr lang="ko-KR" altLang="en-US" sz="1200" dirty="0"/>
                </a:p>
              </p:txBody>
            </p:sp>
          </p:grp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10AC4DE-D0BE-71A6-CB33-4A5F4C6F83A1}"/>
                  </a:ext>
                </a:extLst>
              </p:cNvPr>
              <p:cNvSpPr txBox="1"/>
              <p:nvPr/>
            </p:nvSpPr>
            <p:spPr>
              <a:xfrm>
                <a:off x="1692174" y="1550462"/>
                <a:ext cx="117060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200" b="1"/>
                  <a:t>공통관리</a:t>
                </a:r>
                <a:endParaRPr lang="ko-KR" altLang="en-US" sz="1200" b="1" dirty="0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C1E39AF-52E9-818D-179E-A869EB45E73C}"/>
                  </a:ext>
                </a:extLst>
              </p:cNvPr>
              <p:cNvSpPr txBox="1"/>
              <p:nvPr/>
            </p:nvSpPr>
            <p:spPr>
              <a:xfrm>
                <a:off x="1463979" y="1791274"/>
                <a:ext cx="1672253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900" dirty="0"/>
                  <a:t>CMS</a:t>
                </a:r>
                <a:r>
                  <a:rPr lang="ko-KR" altLang="en-US" sz="900" dirty="0"/>
                  <a:t> 홈페이지 관리</a:t>
                </a:r>
                <a:endParaRPr lang="en-US" altLang="ko-KR" sz="90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900" dirty="0"/>
                  <a:t>기관 및 기관 담당자 관리</a:t>
                </a:r>
                <a:endParaRPr lang="en-US" altLang="ko-KR" sz="90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900" dirty="0"/>
                  <a:t>온라인 </a:t>
                </a:r>
                <a:r>
                  <a:rPr lang="en-US" altLang="ko-KR" sz="900" dirty="0"/>
                  <a:t>PG</a:t>
                </a:r>
                <a:r>
                  <a:rPr lang="ko-KR" altLang="en-US" sz="900" dirty="0"/>
                  <a:t>사 관리</a:t>
                </a:r>
                <a:endParaRPr lang="en-US" altLang="ko-KR" sz="90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900" dirty="0"/>
                  <a:t>회원 및 관리자 관리</a:t>
                </a:r>
                <a:endParaRPr lang="en-US" altLang="ko-KR" sz="90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900" dirty="0"/>
                  <a:t>관리자 접속아이피 관리</a:t>
                </a:r>
                <a:endParaRPr lang="en-US" altLang="ko-KR" sz="90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900" dirty="0"/>
                  <a:t>감면서비스 관리</a:t>
                </a:r>
                <a:endParaRPr lang="en-US" altLang="ko-KR" sz="90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900" dirty="0"/>
                  <a:t>조직도 관리</a:t>
                </a:r>
                <a:endParaRPr lang="en-US" altLang="ko-KR" sz="90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900" dirty="0"/>
                  <a:t>접속 통계 조회</a:t>
                </a:r>
                <a:endParaRPr lang="en-US" altLang="ko-KR" sz="90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900" dirty="0"/>
                  <a:t>개인정보 로그 조회</a:t>
                </a:r>
                <a:endParaRPr lang="en-US" altLang="ko-KR" sz="90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900" dirty="0"/>
                  <a:t>메시지 템플릿 조회</a:t>
                </a:r>
                <a:endParaRPr lang="en-US" altLang="ko-KR" sz="90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900" dirty="0"/>
                  <a:t>기타 부대기능 관리</a:t>
                </a:r>
                <a:endParaRPr lang="en-US" altLang="ko-KR" sz="90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ko-KR" altLang="en-US" sz="900" dirty="0"/>
              </a:p>
            </p:txBody>
          </p:sp>
        </p:grpSp>
      </p:grpSp>
      <p:grpSp>
        <p:nvGrpSpPr>
          <p:cNvPr id="105" name="그룹 104">
            <a:extLst>
              <a:ext uri="{FF2B5EF4-FFF2-40B4-BE49-F238E27FC236}">
                <a16:creationId xmlns:a16="http://schemas.microsoft.com/office/drawing/2014/main" id="{82646E7C-C5E8-B640-A10B-5A5B99AEF038}"/>
              </a:ext>
            </a:extLst>
          </p:cNvPr>
          <p:cNvGrpSpPr/>
          <p:nvPr/>
        </p:nvGrpSpPr>
        <p:grpSpPr>
          <a:xfrm>
            <a:off x="8237326" y="680279"/>
            <a:ext cx="2303364" cy="5680857"/>
            <a:chOff x="8237326" y="680279"/>
            <a:chExt cx="2303364" cy="5680857"/>
          </a:xfrm>
        </p:grpSpPr>
        <p:grpSp>
          <p:nvGrpSpPr>
            <p:cNvPr id="106" name="그룹 105">
              <a:extLst>
                <a:ext uri="{FF2B5EF4-FFF2-40B4-BE49-F238E27FC236}">
                  <a16:creationId xmlns:a16="http://schemas.microsoft.com/office/drawing/2014/main" id="{C6B149EF-FFFA-E543-933A-3EDBEBA95D37}"/>
                </a:ext>
              </a:extLst>
            </p:cNvPr>
            <p:cNvGrpSpPr/>
            <p:nvPr/>
          </p:nvGrpSpPr>
          <p:grpSpPr>
            <a:xfrm>
              <a:off x="8414973" y="1118673"/>
              <a:ext cx="1948070" cy="1069008"/>
              <a:chOff x="409710" y="1299633"/>
              <a:chExt cx="1948070" cy="1069008"/>
            </a:xfrm>
          </p:grpSpPr>
          <p:grpSp>
            <p:nvGrpSpPr>
              <p:cNvPr id="126" name="그룹 7">
                <a:extLst>
                  <a:ext uri="{FF2B5EF4-FFF2-40B4-BE49-F238E27FC236}">
                    <a16:creationId xmlns:a16="http://schemas.microsoft.com/office/drawing/2014/main" id="{4CD4DF46-46F2-A149-8804-39022608EF0D}"/>
                  </a:ext>
                </a:extLst>
              </p:cNvPr>
              <p:cNvGrpSpPr/>
              <p:nvPr/>
            </p:nvGrpSpPr>
            <p:grpSpPr>
              <a:xfrm>
                <a:off x="409710" y="1299633"/>
                <a:ext cx="1948070" cy="1069008"/>
                <a:chOff x="2654852" y="1413565"/>
                <a:chExt cx="1948070" cy="1069008"/>
              </a:xfrm>
            </p:grpSpPr>
            <p:sp>
              <p:nvSpPr>
                <p:cNvPr id="128" name="직사각형 4">
                  <a:extLst>
                    <a:ext uri="{FF2B5EF4-FFF2-40B4-BE49-F238E27FC236}">
                      <a16:creationId xmlns:a16="http://schemas.microsoft.com/office/drawing/2014/main" id="{842DD09E-E3BF-9648-AD54-78BE6A40074C}"/>
                    </a:ext>
                  </a:extLst>
                </p:cNvPr>
                <p:cNvSpPr/>
                <p:nvPr/>
              </p:nvSpPr>
              <p:spPr>
                <a:xfrm>
                  <a:off x="2654852" y="1413565"/>
                  <a:ext cx="1943652" cy="1055757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29" name="직사각형 5">
                  <a:extLst>
                    <a:ext uri="{FF2B5EF4-FFF2-40B4-BE49-F238E27FC236}">
                      <a16:creationId xmlns:a16="http://schemas.microsoft.com/office/drawing/2014/main" id="{1A224F64-AC12-284A-9BC6-C69EA37AC06B}"/>
                    </a:ext>
                  </a:extLst>
                </p:cNvPr>
                <p:cNvSpPr/>
                <p:nvPr/>
              </p:nvSpPr>
              <p:spPr>
                <a:xfrm>
                  <a:off x="2659270" y="2124766"/>
                  <a:ext cx="1943652" cy="35780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/>
                  <a:r>
                    <a:rPr lang="en-US" altLang="ko-KR" dirty="0">
                      <a:ea typeface="맑은 고딕"/>
                    </a:rPr>
                    <a:t>auth-service</a:t>
                  </a:r>
                  <a:endParaRPr lang="ko-KR" altLang="en-US" dirty="0"/>
                </a:p>
              </p:txBody>
            </p:sp>
          </p:grpSp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723173E4-A74E-D847-8031-DC232BAD38EF}"/>
                  </a:ext>
                </a:extLst>
              </p:cNvPr>
              <p:cNvSpPr txBox="1"/>
              <p:nvPr/>
            </p:nvSpPr>
            <p:spPr>
              <a:xfrm>
                <a:off x="761620" y="1364666"/>
                <a:ext cx="1244251" cy="5770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050" dirty="0"/>
                  <a:t>인증</a:t>
                </a:r>
                <a:r>
                  <a:rPr lang="en-US" altLang="ko-KR" sz="1050" dirty="0"/>
                  <a:t>/</a:t>
                </a:r>
                <a:r>
                  <a:rPr lang="ko-KR" altLang="en-US" sz="1050" dirty="0"/>
                  <a:t>토큰발행</a:t>
                </a:r>
                <a:endParaRPr lang="en-US" altLang="ko-KR" sz="105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050" dirty="0"/>
                  <a:t>id/pass </a:t>
                </a:r>
                <a:r>
                  <a:rPr lang="ko-KR" altLang="en-US" sz="1050" dirty="0"/>
                  <a:t>로그인</a:t>
                </a:r>
                <a:endParaRPr lang="en-US" altLang="ko-KR" sz="105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050" dirty="0" err="1"/>
                  <a:t>소셜로그인</a:t>
                </a:r>
                <a:endParaRPr lang="ko-KR" altLang="en-US" sz="1050" dirty="0"/>
              </a:p>
            </p:txBody>
          </p:sp>
        </p:grpSp>
        <p:grpSp>
          <p:nvGrpSpPr>
            <p:cNvPr id="107" name="그룹 106">
              <a:extLst>
                <a:ext uri="{FF2B5EF4-FFF2-40B4-BE49-F238E27FC236}">
                  <a16:creationId xmlns:a16="http://schemas.microsoft.com/office/drawing/2014/main" id="{7F9B42C2-20ED-164D-B966-98C29C24081A}"/>
                </a:ext>
              </a:extLst>
            </p:cNvPr>
            <p:cNvGrpSpPr/>
            <p:nvPr/>
          </p:nvGrpSpPr>
          <p:grpSpPr>
            <a:xfrm>
              <a:off x="8237326" y="680279"/>
              <a:ext cx="2303364" cy="5680857"/>
              <a:chOff x="9694270" y="680279"/>
              <a:chExt cx="2303364" cy="5680857"/>
            </a:xfrm>
          </p:grpSpPr>
          <p:sp>
            <p:nvSpPr>
              <p:cNvPr id="122" name="직사각형 121">
                <a:extLst>
                  <a:ext uri="{FF2B5EF4-FFF2-40B4-BE49-F238E27FC236}">
                    <a16:creationId xmlns:a16="http://schemas.microsoft.com/office/drawing/2014/main" id="{C378796D-FB28-6944-8585-4CEF05F4BA41}"/>
                  </a:ext>
                </a:extLst>
              </p:cNvPr>
              <p:cNvSpPr/>
              <p:nvPr/>
            </p:nvSpPr>
            <p:spPr>
              <a:xfrm>
                <a:off x="9697753" y="680279"/>
                <a:ext cx="2278834" cy="5647882"/>
              </a:xfrm>
              <a:prstGeom prst="rect">
                <a:avLst/>
              </a:prstGeom>
              <a:noFill/>
              <a:ln w="25400">
                <a:solidFill>
                  <a:schemeClr val="accent6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23" name="그룹 122">
                <a:extLst>
                  <a:ext uri="{FF2B5EF4-FFF2-40B4-BE49-F238E27FC236}">
                    <a16:creationId xmlns:a16="http://schemas.microsoft.com/office/drawing/2014/main" id="{20DDBF30-EF9D-1344-9612-B9E5CC092C35}"/>
                  </a:ext>
                </a:extLst>
              </p:cNvPr>
              <p:cNvGrpSpPr/>
              <p:nvPr/>
            </p:nvGrpSpPr>
            <p:grpSpPr>
              <a:xfrm>
                <a:off x="9694270" y="5991804"/>
                <a:ext cx="2303364" cy="369332"/>
                <a:chOff x="220559" y="6347131"/>
                <a:chExt cx="2262764" cy="369332"/>
              </a:xfrm>
            </p:grpSpPr>
            <p:sp>
              <p:nvSpPr>
                <p:cNvPr id="124" name="직사각형 123">
                  <a:extLst>
                    <a:ext uri="{FF2B5EF4-FFF2-40B4-BE49-F238E27FC236}">
                      <a16:creationId xmlns:a16="http://schemas.microsoft.com/office/drawing/2014/main" id="{35B1878C-32A3-9B42-9028-9315481793B2}"/>
                    </a:ext>
                  </a:extLst>
                </p:cNvPr>
                <p:cNvSpPr/>
                <p:nvPr/>
              </p:nvSpPr>
              <p:spPr>
                <a:xfrm>
                  <a:off x="220559" y="6372453"/>
                  <a:ext cx="2262764" cy="336357"/>
                </a:xfrm>
                <a:prstGeom prst="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F0F48DA0-E083-4744-A5AF-A88675C9BE1A}"/>
                    </a:ext>
                  </a:extLst>
                </p:cNvPr>
                <p:cNvSpPr txBox="1"/>
                <p:nvPr/>
              </p:nvSpPr>
              <p:spPr>
                <a:xfrm>
                  <a:off x="694959" y="6347131"/>
                  <a:ext cx="14364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solidFill>
                        <a:schemeClr val="bg1"/>
                      </a:solidFill>
                    </a:rPr>
                    <a:t>지원 도메인</a:t>
                  </a:r>
                </a:p>
              </p:txBody>
            </p:sp>
          </p:grpSp>
        </p:grpSp>
        <p:grpSp>
          <p:nvGrpSpPr>
            <p:cNvPr id="108" name="그룹 107">
              <a:extLst>
                <a:ext uri="{FF2B5EF4-FFF2-40B4-BE49-F238E27FC236}">
                  <a16:creationId xmlns:a16="http://schemas.microsoft.com/office/drawing/2014/main" id="{176B71B2-8445-8549-AB29-F886CCD86EDC}"/>
                </a:ext>
              </a:extLst>
            </p:cNvPr>
            <p:cNvGrpSpPr/>
            <p:nvPr/>
          </p:nvGrpSpPr>
          <p:grpSpPr>
            <a:xfrm>
              <a:off x="8414973" y="2711846"/>
              <a:ext cx="1948070" cy="1072229"/>
              <a:chOff x="9871917" y="2860811"/>
              <a:chExt cx="1948070" cy="1072229"/>
            </a:xfrm>
          </p:grpSpPr>
          <p:grpSp>
            <p:nvGrpSpPr>
              <p:cNvPr id="116" name="그룹 115">
                <a:extLst>
                  <a:ext uri="{FF2B5EF4-FFF2-40B4-BE49-F238E27FC236}">
                    <a16:creationId xmlns:a16="http://schemas.microsoft.com/office/drawing/2014/main" id="{122C366F-EF45-5847-9DC2-1208C845A6D7}"/>
                  </a:ext>
                </a:extLst>
              </p:cNvPr>
              <p:cNvGrpSpPr/>
              <p:nvPr/>
            </p:nvGrpSpPr>
            <p:grpSpPr>
              <a:xfrm>
                <a:off x="9871917" y="2860811"/>
                <a:ext cx="1948070" cy="1072229"/>
                <a:chOff x="5565912" y="3496431"/>
                <a:chExt cx="1948070" cy="1072229"/>
              </a:xfrm>
            </p:grpSpPr>
            <p:grpSp>
              <p:nvGrpSpPr>
                <p:cNvPr id="118" name="그룹 117">
                  <a:extLst>
                    <a:ext uri="{FF2B5EF4-FFF2-40B4-BE49-F238E27FC236}">
                      <a16:creationId xmlns:a16="http://schemas.microsoft.com/office/drawing/2014/main" id="{E54C6189-EA8C-3E45-90B6-DEBA743B0503}"/>
                    </a:ext>
                  </a:extLst>
                </p:cNvPr>
                <p:cNvGrpSpPr/>
                <p:nvPr/>
              </p:nvGrpSpPr>
              <p:grpSpPr>
                <a:xfrm>
                  <a:off x="5565912" y="3499652"/>
                  <a:ext cx="1948070" cy="1069008"/>
                  <a:chOff x="2654852" y="1413565"/>
                  <a:chExt cx="1948070" cy="1069008"/>
                </a:xfrm>
              </p:grpSpPr>
              <p:sp>
                <p:nvSpPr>
                  <p:cNvPr id="120" name="직사각형 119">
                    <a:extLst>
                      <a:ext uri="{FF2B5EF4-FFF2-40B4-BE49-F238E27FC236}">
                        <a16:creationId xmlns:a16="http://schemas.microsoft.com/office/drawing/2014/main" id="{A29679BC-3F27-274C-8825-48B5E8FE342E}"/>
                      </a:ext>
                    </a:extLst>
                  </p:cNvPr>
                  <p:cNvSpPr/>
                  <p:nvPr/>
                </p:nvSpPr>
                <p:spPr>
                  <a:xfrm>
                    <a:off x="2654852" y="1413565"/>
                    <a:ext cx="1943652" cy="1055757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21" name="직사각형 120">
                    <a:extLst>
                      <a:ext uri="{FF2B5EF4-FFF2-40B4-BE49-F238E27FC236}">
                        <a16:creationId xmlns:a16="http://schemas.microsoft.com/office/drawing/2014/main" id="{8D4B7D5A-93BA-3449-9FE2-9DE61BEBFB60}"/>
                      </a:ext>
                    </a:extLst>
                  </p:cNvPr>
                  <p:cNvSpPr/>
                  <p:nvPr/>
                </p:nvSpPr>
                <p:spPr>
                  <a:xfrm>
                    <a:off x="2659270" y="2124766"/>
                    <a:ext cx="1943652" cy="35780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200" err="1"/>
                      <a:t>noti</a:t>
                    </a:r>
                    <a:r>
                      <a:rPr lang="en-US" altLang="ko-KR" sz="1200"/>
                      <a:t>-service</a:t>
                    </a:r>
                    <a:endParaRPr lang="ko-KR" altLang="en-US" sz="1200"/>
                  </a:p>
                </p:txBody>
              </p:sp>
            </p:grpSp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740B25FA-F49A-7E4A-A848-53BF8E692E94}"/>
                    </a:ext>
                  </a:extLst>
                </p:cNvPr>
                <p:cNvSpPr txBox="1"/>
                <p:nvPr/>
              </p:nvSpPr>
              <p:spPr>
                <a:xfrm>
                  <a:off x="5943597" y="3496431"/>
                  <a:ext cx="1170609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ko-KR" altLang="en-US" sz="1200" b="1" dirty="0"/>
                    <a:t>알림 서비스</a:t>
                  </a:r>
                </a:p>
              </p:txBody>
            </p:sp>
          </p:grp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50616313-EA15-F34C-95DE-98D8A4019968}"/>
                  </a:ext>
                </a:extLst>
              </p:cNvPr>
              <p:cNvSpPr txBox="1"/>
              <p:nvPr/>
            </p:nvSpPr>
            <p:spPr>
              <a:xfrm>
                <a:off x="10240658" y="3092549"/>
                <a:ext cx="12105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ko-KR"/>
                </a:defPPr>
                <a:lvl1pPr marL="171450" indent="-171450">
                  <a:buFont typeface="Arial" panose="020B0604020202020204" pitchFamily="34" charset="0"/>
                  <a:buChar char="•"/>
                  <a:defRPr sz="900"/>
                </a:lvl1pPr>
              </a:lstStyle>
              <a:p>
                <a:r>
                  <a:rPr lang="en-US" altLang="ko-KR" dirty="0"/>
                  <a:t>Kafka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Consumer</a:t>
                </a:r>
              </a:p>
              <a:p>
                <a:r>
                  <a:rPr lang="en-US" altLang="ko-KR" dirty="0"/>
                  <a:t>Alarm API</a:t>
                </a:r>
                <a:endParaRPr lang="ko-KR" altLang="en-US" dirty="0"/>
              </a:p>
            </p:txBody>
          </p:sp>
        </p:grpSp>
        <p:grpSp>
          <p:nvGrpSpPr>
            <p:cNvPr id="109" name="그룹 108">
              <a:extLst>
                <a:ext uri="{FF2B5EF4-FFF2-40B4-BE49-F238E27FC236}">
                  <a16:creationId xmlns:a16="http://schemas.microsoft.com/office/drawing/2014/main" id="{6B47755F-9FDE-2647-8C49-B2797001539B}"/>
                </a:ext>
              </a:extLst>
            </p:cNvPr>
            <p:cNvGrpSpPr/>
            <p:nvPr/>
          </p:nvGrpSpPr>
          <p:grpSpPr>
            <a:xfrm>
              <a:off x="8419391" y="4308241"/>
              <a:ext cx="1948070" cy="1072229"/>
              <a:chOff x="9876335" y="4308241"/>
              <a:chExt cx="1948070" cy="1072229"/>
            </a:xfrm>
          </p:grpSpPr>
          <p:grpSp>
            <p:nvGrpSpPr>
              <p:cNvPr id="110" name="그룹 109">
                <a:extLst>
                  <a:ext uri="{FF2B5EF4-FFF2-40B4-BE49-F238E27FC236}">
                    <a16:creationId xmlns:a16="http://schemas.microsoft.com/office/drawing/2014/main" id="{38C513F4-4DF5-9843-9E56-9D6672D22564}"/>
                  </a:ext>
                </a:extLst>
              </p:cNvPr>
              <p:cNvGrpSpPr/>
              <p:nvPr/>
            </p:nvGrpSpPr>
            <p:grpSpPr>
              <a:xfrm>
                <a:off x="9876335" y="4308241"/>
                <a:ext cx="1948070" cy="1072229"/>
                <a:chOff x="5565912" y="3496431"/>
                <a:chExt cx="1948070" cy="1072229"/>
              </a:xfrm>
            </p:grpSpPr>
            <p:grpSp>
              <p:nvGrpSpPr>
                <p:cNvPr id="112" name="그룹 111">
                  <a:extLst>
                    <a:ext uri="{FF2B5EF4-FFF2-40B4-BE49-F238E27FC236}">
                      <a16:creationId xmlns:a16="http://schemas.microsoft.com/office/drawing/2014/main" id="{A6C1FF5B-8CDB-6047-BE48-8207EAEB1352}"/>
                    </a:ext>
                  </a:extLst>
                </p:cNvPr>
                <p:cNvGrpSpPr/>
                <p:nvPr/>
              </p:nvGrpSpPr>
              <p:grpSpPr>
                <a:xfrm>
                  <a:off x="5565912" y="3499652"/>
                  <a:ext cx="1948070" cy="1069008"/>
                  <a:chOff x="2654852" y="1413565"/>
                  <a:chExt cx="1948070" cy="1069008"/>
                </a:xfrm>
              </p:grpSpPr>
              <p:sp>
                <p:nvSpPr>
                  <p:cNvPr id="114" name="직사각형 113">
                    <a:extLst>
                      <a:ext uri="{FF2B5EF4-FFF2-40B4-BE49-F238E27FC236}">
                        <a16:creationId xmlns:a16="http://schemas.microsoft.com/office/drawing/2014/main" id="{AC5B37CF-E617-0741-B725-A394A5A9256D}"/>
                      </a:ext>
                    </a:extLst>
                  </p:cNvPr>
                  <p:cNvSpPr/>
                  <p:nvPr/>
                </p:nvSpPr>
                <p:spPr>
                  <a:xfrm>
                    <a:off x="2654852" y="1413565"/>
                    <a:ext cx="1943652" cy="1055757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15" name="직사각형 114">
                    <a:extLst>
                      <a:ext uri="{FF2B5EF4-FFF2-40B4-BE49-F238E27FC236}">
                        <a16:creationId xmlns:a16="http://schemas.microsoft.com/office/drawing/2014/main" id="{E3A01711-9700-684F-8E31-85B3B2954BE8}"/>
                      </a:ext>
                    </a:extLst>
                  </p:cNvPr>
                  <p:cNvSpPr/>
                  <p:nvPr/>
                </p:nvSpPr>
                <p:spPr>
                  <a:xfrm>
                    <a:off x="2659270" y="2124766"/>
                    <a:ext cx="1943652" cy="35780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200"/>
                      <a:t>stats-service</a:t>
                    </a:r>
                    <a:endParaRPr lang="ko-KR" altLang="en-US" sz="1200"/>
                  </a:p>
                </p:txBody>
              </p:sp>
            </p:grpSp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4B598FA0-6125-F74C-A7CE-9B0E74948A38}"/>
                    </a:ext>
                  </a:extLst>
                </p:cNvPr>
                <p:cNvSpPr txBox="1"/>
                <p:nvPr/>
              </p:nvSpPr>
              <p:spPr>
                <a:xfrm>
                  <a:off x="5943597" y="3496431"/>
                  <a:ext cx="1170609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ko-KR" altLang="en-US" sz="1200" b="1"/>
                    <a:t>서비스 통계</a:t>
                  </a:r>
                </a:p>
              </p:txBody>
            </p:sp>
          </p:grpSp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1E4A420B-4301-7347-A746-078BF9C86122}"/>
                  </a:ext>
                </a:extLst>
              </p:cNvPr>
              <p:cNvSpPr txBox="1"/>
              <p:nvPr/>
            </p:nvSpPr>
            <p:spPr>
              <a:xfrm>
                <a:off x="10245076" y="4531123"/>
                <a:ext cx="12105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ko-KR"/>
                </a:defPPr>
                <a:lvl1pPr marL="171450" indent="-171450">
                  <a:buFont typeface="Arial" panose="020B0604020202020204" pitchFamily="34" charset="0"/>
                  <a:buChar char="•"/>
                  <a:defRPr sz="900"/>
                </a:lvl1pPr>
              </a:lstStyle>
              <a:p>
                <a:r>
                  <a:rPr lang="en-US" altLang="ko-KR" dirty="0"/>
                  <a:t>Kafka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Consumer</a:t>
                </a:r>
              </a:p>
              <a:p>
                <a:r>
                  <a:rPr lang="en-US" altLang="ko-KR" dirty="0"/>
                  <a:t>Query response</a:t>
                </a:r>
                <a:endParaRPr lang="ko-KR" alt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9746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9FDA2-8A4B-1BB1-169F-C6A208BC3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788C3B6-3651-08D0-E83A-F910493048D7}"/>
              </a:ext>
            </a:extLst>
          </p:cNvPr>
          <p:cNvSpPr/>
          <p:nvPr/>
        </p:nvSpPr>
        <p:spPr bwMode="gray">
          <a:xfrm>
            <a:off x="776176" y="22034"/>
            <a:ext cx="7026202" cy="369332"/>
          </a:xfrm>
          <a:prstGeom prst="rect">
            <a:avLst/>
          </a:prstGeom>
          <a:noFill/>
        </p:spPr>
        <p:txBody>
          <a:bodyPr wrap="square" rtlCol="0" fromWordArt="1" anchor="ctr" anchorCtr="0">
            <a:spAutoFit/>
            <a:scene3d>
              <a:camera prst="orthographicFront"/>
              <a:lightRig rig="threePt" dir="t"/>
            </a:scene3d>
            <a:sp3d contourW="50800">
              <a:contourClr>
                <a:schemeClr val="bg1"/>
              </a:contourClr>
            </a:sp3d>
          </a:bodyPr>
          <a:lstStyle/>
          <a:p>
            <a:pPr algn="just"/>
            <a:r>
              <a:rPr lang="en-US" altLang="ko-KR" b="1" spc="-100">
                <a:latin typeface="+mn-ea"/>
              </a:rPr>
              <a:t>2. </a:t>
            </a:r>
            <a:r>
              <a:rPr lang="ko-KR" altLang="en-US" b="1" spc="-100">
                <a:latin typeface="+mn-ea"/>
              </a:rPr>
              <a:t>마이크로서비스 구성</a:t>
            </a:r>
            <a:r>
              <a:rPr lang="en-US" altLang="ko-KR" b="1" spc="-100">
                <a:latin typeface="+mn-ea"/>
              </a:rPr>
              <a:t>(</a:t>
            </a:r>
            <a:r>
              <a:rPr lang="ko-KR" altLang="en-US" b="1" spc="-100">
                <a:latin typeface="+mn-ea"/>
              </a:rPr>
              <a:t>안</a:t>
            </a:r>
            <a:r>
              <a:rPr lang="en-US" altLang="ko-KR" b="1" spc="-100">
                <a:latin typeface="+mn-ea"/>
              </a:rPr>
              <a:t>) (3/3, </a:t>
            </a:r>
            <a:r>
              <a:rPr lang="ko-KR" altLang="en-US" b="1" spc="-100">
                <a:latin typeface="+mn-ea"/>
              </a:rPr>
              <a:t>도서관 문화강좌 서비스분리 결과</a:t>
            </a:r>
            <a:r>
              <a:rPr lang="en-US" altLang="ko-KR" b="1" spc="-100">
                <a:latin typeface="+mn-ea"/>
              </a:rPr>
              <a:t>)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FAF39540-CE7F-0D4E-BF27-CEFF0FAEBCCA}"/>
              </a:ext>
            </a:extLst>
          </p:cNvPr>
          <p:cNvGrpSpPr/>
          <p:nvPr/>
        </p:nvGrpSpPr>
        <p:grpSpPr>
          <a:xfrm>
            <a:off x="2667367" y="1543615"/>
            <a:ext cx="1956270" cy="2293447"/>
            <a:chOff x="2667367" y="1543615"/>
            <a:chExt cx="1956270" cy="2293447"/>
          </a:xfrm>
        </p:grpSpPr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7388A901-C1CC-D0C6-8E8D-6F06DC1F85A4}"/>
                </a:ext>
              </a:extLst>
            </p:cNvPr>
            <p:cNvGrpSpPr/>
            <p:nvPr/>
          </p:nvGrpSpPr>
          <p:grpSpPr>
            <a:xfrm>
              <a:off x="2675567" y="1548190"/>
              <a:ext cx="1948070" cy="2288872"/>
              <a:chOff x="2654852" y="1413565"/>
              <a:chExt cx="1948070" cy="2288872"/>
            </a:xfrm>
          </p:grpSpPr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1BD13557-44A1-5D1A-07A0-E270FA2F895B}"/>
                  </a:ext>
                </a:extLst>
              </p:cNvPr>
              <p:cNvSpPr/>
              <p:nvPr/>
            </p:nvSpPr>
            <p:spPr>
              <a:xfrm>
                <a:off x="2654852" y="1413565"/>
                <a:ext cx="1943652" cy="228887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CBFB4462-2020-A6CC-01B2-ECB587D7E3C4}"/>
                  </a:ext>
                </a:extLst>
              </p:cNvPr>
              <p:cNvSpPr/>
              <p:nvPr/>
            </p:nvSpPr>
            <p:spPr>
              <a:xfrm>
                <a:off x="2659270" y="3342110"/>
                <a:ext cx="1943652" cy="35780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/>
                  <a:t>lecture-service</a:t>
                </a:r>
                <a:endParaRPr lang="ko-KR" altLang="en-US" sz="1200" dirty="0"/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2DFDDCE-D354-6E21-857C-EC73B3D93CCC}"/>
                </a:ext>
              </a:extLst>
            </p:cNvPr>
            <p:cNvSpPr txBox="1"/>
            <p:nvPr/>
          </p:nvSpPr>
          <p:spPr>
            <a:xfrm>
              <a:off x="2857434" y="1543615"/>
              <a:ext cx="158433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b="1"/>
                <a:t>문화강좌 정보관리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315D0A4-7C68-D623-788B-D92F8AB2F813}"/>
                </a:ext>
              </a:extLst>
            </p:cNvPr>
            <p:cNvSpPr txBox="1"/>
            <p:nvPr/>
          </p:nvSpPr>
          <p:spPr>
            <a:xfrm>
              <a:off x="2667367" y="1769016"/>
              <a:ext cx="1617751" cy="10618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ko-KR" altLang="en-US" sz="900" dirty="0"/>
                <a:t>강사관리</a:t>
              </a:r>
              <a:r>
                <a:rPr lang="en-US" altLang="ko-KR" sz="900" dirty="0"/>
                <a:t>,</a:t>
              </a:r>
              <a:r>
                <a:rPr lang="ko-KR" altLang="en-US" sz="900" dirty="0"/>
                <a:t> 해시태그 관리</a:t>
              </a:r>
              <a:endParaRPr lang="en-US" altLang="ko-KR" sz="9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ko-KR" altLang="en-US" sz="900" dirty="0"/>
                <a:t>강좌주제</a:t>
              </a:r>
              <a:r>
                <a:rPr lang="en-US" altLang="ko-KR" sz="900" dirty="0"/>
                <a:t>, </a:t>
              </a:r>
              <a:r>
                <a:rPr lang="ko-KR" altLang="en-US" sz="900" dirty="0"/>
                <a:t>강좌분류 관리</a:t>
              </a:r>
              <a:endParaRPr lang="en-US" altLang="ko-KR" sz="9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ko-KR" altLang="en-US" sz="900" dirty="0"/>
                <a:t>카테고리 관리</a:t>
              </a:r>
              <a:endParaRPr lang="en-US" altLang="ko-KR" sz="9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ko-KR" altLang="en-US" sz="900" dirty="0"/>
                <a:t>강좌관리</a:t>
              </a:r>
              <a:endParaRPr lang="en-US" altLang="ko-KR" sz="9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ko-KR" altLang="en-US" sz="900" dirty="0"/>
                <a:t>수강생관리</a:t>
              </a:r>
              <a:endParaRPr lang="en-US" altLang="ko-KR" sz="9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ko-KR" altLang="en-US" sz="900" dirty="0"/>
                <a:t>출석부관리</a:t>
              </a:r>
              <a:endParaRPr lang="en-US" altLang="ko-KR" sz="9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ko-KR" altLang="en-US" sz="900" dirty="0"/>
                <a:t>블랙리스트 관리</a:t>
              </a: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1768DF27-E38D-C94D-8B29-4599F61922E5}"/>
              </a:ext>
            </a:extLst>
          </p:cNvPr>
          <p:cNvGrpSpPr/>
          <p:nvPr/>
        </p:nvGrpSpPr>
        <p:grpSpPr>
          <a:xfrm>
            <a:off x="4943712" y="1543615"/>
            <a:ext cx="1952488" cy="2290927"/>
            <a:chOff x="4943712" y="1543615"/>
            <a:chExt cx="1952488" cy="2290927"/>
          </a:xfrm>
        </p:grpSpPr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4BE312C2-DB8C-57C4-81D0-C3744112D823}"/>
                </a:ext>
              </a:extLst>
            </p:cNvPr>
            <p:cNvGrpSpPr/>
            <p:nvPr/>
          </p:nvGrpSpPr>
          <p:grpSpPr>
            <a:xfrm>
              <a:off x="4948130" y="1548190"/>
              <a:ext cx="1948070" cy="2286352"/>
              <a:chOff x="2654852" y="1413565"/>
              <a:chExt cx="1948070" cy="2286352"/>
            </a:xfrm>
          </p:grpSpPr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747F6010-C893-ABA0-428A-F9D6B79CD446}"/>
                  </a:ext>
                </a:extLst>
              </p:cNvPr>
              <p:cNvSpPr/>
              <p:nvPr/>
            </p:nvSpPr>
            <p:spPr>
              <a:xfrm>
                <a:off x="2654852" y="1413565"/>
                <a:ext cx="1943652" cy="228635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CC594EF5-028F-375E-E478-B37C420C34EC}"/>
                  </a:ext>
                </a:extLst>
              </p:cNvPr>
              <p:cNvSpPr/>
              <p:nvPr/>
            </p:nvSpPr>
            <p:spPr>
              <a:xfrm>
                <a:off x="2659270" y="3342109"/>
                <a:ext cx="1943652" cy="35780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/>
                  <a:t>apply-service</a:t>
                </a:r>
                <a:endParaRPr lang="ko-KR" altLang="en-US" sz="1200" dirty="0"/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D5611A9-AC7F-7064-8C71-12DA28F87FD3}"/>
                </a:ext>
              </a:extLst>
            </p:cNvPr>
            <p:cNvSpPr txBox="1"/>
            <p:nvPr/>
          </p:nvSpPr>
          <p:spPr>
            <a:xfrm>
              <a:off x="5332624" y="1543615"/>
              <a:ext cx="117060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b="1"/>
                <a:t>문화강좌 신청</a:t>
              </a:r>
              <a:endParaRPr lang="ko-KR" altLang="en-US" sz="1200" b="1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E9A2730-1F9B-9F87-4AF2-8573760D8021}"/>
                </a:ext>
              </a:extLst>
            </p:cNvPr>
            <p:cNvSpPr txBox="1"/>
            <p:nvPr/>
          </p:nvSpPr>
          <p:spPr>
            <a:xfrm>
              <a:off x="4943712" y="1769016"/>
              <a:ext cx="1090363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ko-KR" altLang="en-US" sz="900" dirty="0"/>
                <a:t>문화강좌 신청</a:t>
              </a: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3B558EC8-AD2F-C70D-974E-90380C8F0B98}"/>
              </a:ext>
            </a:extLst>
          </p:cNvPr>
          <p:cNvGrpSpPr/>
          <p:nvPr/>
        </p:nvGrpSpPr>
        <p:grpSpPr>
          <a:xfrm>
            <a:off x="1300914" y="680279"/>
            <a:ext cx="6808531" cy="5680857"/>
            <a:chOff x="2763954" y="680279"/>
            <a:chExt cx="6808531" cy="5680857"/>
          </a:xfrm>
        </p:grpSpPr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B6170FBA-BB6E-98EB-4F43-189A5B669364}"/>
                </a:ext>
              </a:extLst>
            </p:cNvPr>
            <p:cNvSpPr/>
            <p:nvPr/>
          </p:nvSpPr>
          <p:spPr>
            <a:xfrm>
              <a:off x="2763954" y="680279"/>
              <a:ext cx="6808531" cy="5647882"/>
            </a:xfrm>
            <a:prstGeom prst="rect">
              <a:avLst/>
            </a:prstGeom>
            <a:noFill/>
            <a:ln w="2540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1F7FFB9E-6E3E-8602-42F3-0EC8CDD43929}"/>
                </a:ext>
              </a:extLst>
            </p:cNvPr>
            <p:cNvGrpSpPr/>
            <p:nvPr/>
          </p:nvGrpSpPr>
          <p:grpSpPr>
            <a:xfrm>
              <a:off x="2763954" y="5991804"/>
              <a:ext cx="6808531" cy="369332"/>
              <a:chOff x="-4028882" y="6075612"/>
              <a:chExt cx="6808531" cy="369332"/>
            </a:xfrm>
          </p:grpSpPr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5FED5D83-35B1-1DC6-9678-B4D2AF6110B1}"/>
                  </a:ext>
                </a:extLst>
              </p:cNvPr>
              <p:cNvSpPr/>
              <p:nvPr/>
            </p:nvSpPr>
            <p:spPr>
              <a:xfrm>
                <a:off x="-4028882" y="6092100"/>
                <a:ext cx="6808531" cy="336357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B08A419-8412-A6C2-24E9-6CE3F0401195}"/>
                  </a:ext>
                </a:extLst>
              </p:cNvPr>
              <p:cNvSpPr txBox="1"/>
              <p:nvPr/>
            </p:nvSpPr>
            <p:spPr>
              <a:xfrm>
                <a:off x="-2056211" y="6075612"/>
                <a:ext cx="286318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dirty="0">
                    <a:solidFill>
                      <a:schemeClr val="bg1"/>
                    </a:solidFill>
                  </a:rPr>
                  <a:t>코어 도메인</a:t>
                </a:r>
              </a:p>
            </p:txBody>
          </p:sp>
        </p:grpSp>
      </p:grpSp>
      <p:sp>
        <p:nvSpPr>
          <p:cNvPr id="85" name="TextBox 84">
            <a:extLst>
              <a:ext uri="{FF2B5EF4-FFF2-40B4-BE49-F238E27FC236}">
                <a16:creationId xmlns:a16="http://schemas.microsoft.com/office/drawing/2014/main" id="{C5443647-0689-BE09-25BA-7EEE8DB0C89F}"/>
              </a:ext>
            </a:extLst>
          </p:cNvPr>
          <p:cNvSpPr txBox="1"/>
          <p:nvPr/>
        </p:nvSpPr>
        <p:spPr>
          <a:xfrm>
            <a:off x="10318969" y="68200"/>
            <a:ext cx="16786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▣ 상세내용 </a:t>
            </a:r>
            <a:r>
              <a:rPr lang="ko-KR" altLang="en-US" sz="1200" dirty="0" err="1"/>
              <a:t>엑셀참조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624705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9CF02069-5036-4D84-8A69-7B90AA5780E7}"/>
              </a:ext>
            </a:extLst>
          </p:cNvPr>
          <p:cNvSpPr txBox="1"/>
          <p:nvPr/>
        </p:nvSpPr>
        <p:spPr>
          <a:xfrm>
            <a:off x="654723" y="1611308"/>
            <a:ext cx="26816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+mj-ea"/>
                <a:ea typeface="+mj-ea"/>
              </a:rPr>
              <a:t>감사합니다</a:t>
            </a:r>
            <a:r>
              <a:rPr lang="en-US" altLang="ko-KR" sz="2400" dirty="0">
                <a:latin typeface="+mj-ea"/>
                <a:ea typeface="+mj-ea"/>
              </a:rPr>
              <a:t>.</a:t>
            </a:r>
            <a:endParaRPr lang="ko-KR" altLang="en-US" sz="24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8629969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f56bb24-42cc-434d-8e7b-2a3aeb66564a">
      <Terms xmlns="http://schemas.microsoft.com/office/infopath/2007/PartnerControls"/>
    </lcf76f155ced4ddcb4097134ff3c332f>
    <TaxCatchAll xmlns="7fb24669-dbcd-4eea-bea6-9da7b7a1991e" xsi:nil="true"/>
    <_xcd94__xad11__xd6c8_ xmlns="2f56bb24-42cc-434d-8e7b-2a3aeb66564a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F009E428B282564CAB17E01278BF934D" ma:contentTypeVersion="13" ma:contentTypeDescription="새 문서를 만듭니다." ma:contentTypeScope="" ma:versionID="e1248535654e9ef7ff6209993c616e69">
  <xsd:schema xmlns:xsd="http://www.w3.org/2001/XMLSchema" xmlns:xs="http://www.w3.org/2001/XMLSchema" xmlns:p="http://schemas.microsoft.com/office/2006/metadata/properties" xmlns:ns2="2f56bb24-42cc-434d-8e7b-2a3aeb66564a" xmlns:ns3="7fb24669-dbcd-4eea-bea6-9da7b7a1991e" targetNamespace="http://schemas.microsoft.com/office/2006/metadata/properties" ma:root="true" ma:fieldsID="c4e5a1093ee7c97e514e9f418732c7e5" ns2:_="" ns3:_="">
    <xsd:import namespace="2f56bb24-42cc-434d-8e7b-2a3aeb66564a"/>
    <xsd:import namespace="7fb24669-dbcd-4eea-bea6-9da7b7a1991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_xcd94__xad11__xd6c8_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Location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56bb24-42cc-434d-8e7b-2a3aeb66564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이미지 태그" ma:readOnly="false" ma:fieldId="{5cf76f15-5ced-4ddc-b409-7134ff3c332f}" ma:taxonomyMulti="true" ma:sspId="c5cb5012-973f-4625-9ec8-647c2508dc8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_xcd94__xad11__xd6c8_" ma:index="15" nillable="true" ma:displayName=" " ma:format="Dropdown" ma:internalName="_xcd94__xad11__xd6c8_">
      <xsd:simpleType>
        <xsd:restriction base="dms:Text">
          <xsd:maxLength value="255"/>
        </xsd:restriction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b24669-dbcd-4eea-bea6-9da7b7a1991e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6ed6479-5dc8-4701-bfa8-136b0422a1be}" ma:internalName="TaxCatchAll" ma:showField="CatchAllData" ma:web="7fb24669-dbcd-4eea-bea6-9da7b7a199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45EEDDB-79F5-46F4-ABDE-101474C4380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F1D1A40-520E-43C6-B916-F10DB3CB9BD5}">
  <ds:schemaRefs>
    <ds:schemaRef ds:uri="http://purl.org/dc/terms/"/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schemas.microsoft.com/office/infopath/2007/PartnerControls"/>
    <ds:schemaRef ds:uri="7fb24669-dbcd-4eea-bea6-9da7b7a1991e"/>
    <ds:schemaRef ds:uri="2f56bb24-42cc-434d-8e7b-2a3aeb66564a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FB9733D-E2F0-4CC7-ACAB-4552947D0826}">
  <ds:schemaRefs>
    <ds:schemaRef ds:uri="2f56bb24-42cc-434d-8e7b-2a3aeb66564a"/>
    <ds:schemaRef ds:uri="7fb24669-dbcd-4eea-bea6-9da7b7a1991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6278</TotalTime>
  <Words>650</Words>
  <Application>Microsoft Macintosh PowerPoint</Application>
  <PresentationFormat>와이드스크린</PresentationFormat>
  <Paragraphs>209</Paragraphs>
  <Slides>7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퓨전소프트</dc:creator>
  <cp:lastModifiedBy>24819 24819</cp:lastModifiedBy>
  <cp:revision>321</cp:revision>
  <dcterms:created xsi:type="dcterms:W3CDTF">2021-07-01T00:31:45Z</dcterms:created>
  <dcterms:modified xsi:type="dcterms:W3CDTF">2025-11-15T12:02:19Z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0x010100F009E428B282564CAB17E01278BF934D</vt:lpwstr>
  </property>
  <property fmtid="{D5CDD505-2E9C-101B-9397-08002B2CF9AE}" pid="3" name="MediaServiceImageTags">
    <vt:lpwstr/>
  </property>
</Properties>
</file>