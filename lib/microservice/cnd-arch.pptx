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1" r:id="rId3"/>
    <p:sldId id="256" r:id="rId4"/>
    <p:sldId id="257" r:id="rId5"/>
    <p:sldId id="262" r:id="rId6"/>
    <p:sldId id="258" r:id="rId7"/>
    <p:sldId id="259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9" autoAdjust="0"/>
    <p:restoredTop sz="94660"/>
  </p:normalViewPr>
  <p:slideViewPr>
    <p:cSldViewPr snapToGrid="0">
      <p:cViewPr varScale="1">
        <p:scale>
          <a:sx n="149" d="100"/>
          <a:sy n="149" d="100"/>
        </p:scale>
        <p:origin x="61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751A6CF-546C-4F73-86C1-70F7E2E4B0DA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D0324DF-6E7B-448E-8C3C-EC7AA5312094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61505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D0324DF-6E7B-448E-8C3C-EC7AA5312094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1380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25E367-48C1-70DE-6BC9-CD2F08BD9C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C6D1D30-E5EF-E641-BFE2-2AEF1AC025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E7EEDAB-CB64-E9B4-7F4A-5166A01593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B1150C-FF10-A603-BB36-F41FDA198A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820760B-7AA2-7D71-CF10-850287C5C1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3158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0BB6E-5C57-A1D1-C2EB-E3F1F6E7A0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0B44124-3D9C-D531-2FC0-B8F1EF600D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43ABF3-B730-C3EA-221C-E1FD5C786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C94462B-AFF7-841E-FA66-E0AEAD95C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B280D5-D913-EF6D-3E63-66BBF40F86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144033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4D3DB33-00BC-B7CB-68E6-23E1FFFDD0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35E5AD3-DF1C-5EF8-1F4F-B28D68A381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81F365A-D7C6-FEF9-F577-DAD5A2C8CF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CC7C4D2-51D3-CC1D-1CA9-85880C653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347A730-F4A9-5158-0EC3-EB59F4D51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25980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5BD270-B11A-E324-41C6-1B22D0B36A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B040D99-CE76-4631-C055-B4026F388C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FDFB535-6259-6125-4A85-57A3B1746D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C3BC0CA-1B9D-81B9-DD63-FC4212A5EE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3F5C439-4EBD-AC66-002B-098E1A0D4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97ADCB-5DD9-C0E7-A9AC-D74B0DC87A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5237847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6EB3B7A-9E05-D638-D251-0A4FF5F01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5F651F9-08E9-3A2E-B670-83E8CE06B4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0CAAF63-C970-ACF0-0A4B-F40DA1B6E3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7F1650DC-7698-E63D-C073-2812E07F513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83F52FA-49B2-461F-9E6B-26D3832A2B7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1C2E6DF5-8E76-D5AC-118F-54A429E9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27E51088-FB20-3DAD-34A9-AD730252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F1E86A25-982F-E695-C275-264C5A36C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89808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BF885B5-88E9-06B2-3758-35A2B87F78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9BC79F2-A580-543E-E67A-B2C9E0B31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15AF530-7E94-4858-4E53-3A4BE725B4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542260F-FA14-E869-6969-1BBB037DAF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6761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2705793A-6DE7-270B-8679-52835132D4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8D3801BE-208A-180F-0808-1FC0F9D8C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6FB314-D5AB-DFD6-758D-70EE77D28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316278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E8696BA-EE30-9B82-75C6-7EE155F5D4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B0A7327-0047-EEE5-C550-E5B3848F82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FB862B3-7368-817E-7AA3-DBA02769BB7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AC7EEBC-134F-9D51-6071-11204D6F89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4022EAC-0CF5-10A1-6457-B3446B306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A5FEF31-7BF0-174D-1B04-759363EA3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490567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CE0673-729E-E825-B1BC-25EEE3C59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3B70532A-DA2C-9B58-D2A6-26DF5E5C4A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C7A56257-B067-4A72-7904-E44D9DCFA7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2F1BDB5-F0B1-96B4-7C3D-FDE2933D8A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DE187D8A-74F3-BE6C-B10D-AD6750489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D6D21FB-7C31-8EC4-9E97-A1023A26A6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02256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C7754E1-5201-578C-29AE-2DE4A7FD16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24AE862-00DC-9EB5-E3DF-993B347B1B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9999683-9FE1-C9CC-1783-33AF100AE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0808C99-99ED-9E62-8018-0CE22398AE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ED76B3-F55C-AE33-9ACF-07D2A4C509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62456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B9EBCE9-2991-C8D2-DD39-5A8DB3323E1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23B823B-5C24-56B9-1F6B-F7E0A5AD9F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01E3F87-318A-B468-DAAE-894DEE10EF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2CEE253-52FB-420C-2080-99C220E0E2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C8E8F10-41DD-C642-DA2B-ED2EFDC969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39402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554550A3-B6EE-376C-FE19-154D09C6FA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B8C44A5-99D4-E2AA-1868-38F8F880BC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181EB78-5164-E375-3B30-9A55D1D193B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1D1BBC-A40D-4B2D-B7CE-C75C0535C08C}" type="datetimeFigureOut">
              <a:rPr lang="ko-KR" altLang="en-US" smtClean="0"/>
              <a:t>2025-12-15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00940BE-986C-796D-88B9-9885E1E85A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986EE19-C6A4-5011-BF4F-50C3DD7CCF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F1E0D97-1076-424C-A872-77E96F7216D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2159256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004C7BCF-5332-D781-24A7-9C17580129CB}"/>
              </a:ext>
            </a:extLst>
          </p:cNvPr>
          <p:cNvSpPr/>
          <p:nvPr/>
        </p:nvSpPr>
        <p:spPr>
          <a:xfrm>
            <a:off x="923192" y="2387112"/>
            <a:ext cx="839666" cy="839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Web</a:t>
            </a:r>
            <a:endParaRPr lang="ko-KR" altLang="en-US" sz="14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61C65EB7-D483-E265-0E7D-19476DABACFD}"/>
              </a:ext>
            </a:extLst>
          </p:cNvPr>
          <p:cNvCxnSpPr>
            <a:stCxn id="2" idx="7"/>
            <a:endCxn id="17" idx="1"/>
          </p:cNvCxnSpPr>
          <p:nvPr/>
        </p:nvCxnSpPr>
        <p:spPr>
          <a:xfrm flipV="1">
            <a:off x="1639892" y="1137453"/>
            <a:ext cx="2512416" cy="137262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DCF3DAAB-26C7-29C4-DDAF-88C597F9A49B}"/>
              </a:ext>
            </a:extLst>
          </p:cNvPr>
          <p:cNvSpPr txBox="1"/>
          <p:nvPr/>
        </p:nvSpPr>
        <p:spPr>
          <a:xfrm rot="19917377">
            <a:off x="1871273" y="1463287"/>
            <a:ext cx="17699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① URL </a:t>
            </a:r>
            <a:r>
              <a:rPr lang="en-US" altLang="ko-KR" dirty="0" err="1"/>
              <a:t>requets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DA8C5F59-701B-C5B1-1A91-FC2D7DF2E4E0}"/>
              </a:ext>
            </a:extLst>
          </p:cNvPr>
          <p:cNvCxnSpPr>
            <a:cxnSpLocks/>
          </p:cNvCxnSpPr>
          <p:nvPr/>
        </p:nvCxnSpPr>
        <p:spPr>
          <a:xfrm flipH="1">
            <a:off x="1762858" y="1340827"/>
            <a:ext cx="2389450" cy="13452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E9D6100F-28BA-7DAF-790E-DAF2670294EF}"/>
              </a:ext>
            </a:extLst>
          </p:cNvPr>
          <p:cNvSpPr txBox="1"/>
          <p:nvPr/>
        </p:nvSpPr>
        <p:spPr>
          <a:xfrm rot="19917377">
            <a:off x="2198952" y="1973786"/>
            <a:ext cx="167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html response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F683F46D-85F2-4ED0-33A0-D6FE918D8C5C}"/>
              </a:ext>
            </a:extLst>
          </p:cNvPr>
          <p:cNvCxnSpPr>
            <a:endCxn id="20" idx="1"/>
          </p:cNvCxnSpPr>
          <p:nvPr/>
        </p:nvCxnSpPr>
        <p:spPr>
          <a:xfrm>
            <a:off x="1762858" y="2983792"/>
            <a:ext cx="2405220" cy="7540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22339A5-20E8-BA03-49AC-6D3C89F8E101}"/>
              </a:ext>
            </a:extLst>
          </p:cNvPr>
          <p:cNvSpPr txBox="1"/>
          <p:nvPr/>
        </p:nvSpPr>
        <p:spPr>
          <a:xfrm rot="986363">
            <a:off x="2305690" y="3001804"/>
            <a:ext cx="170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③ API request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22F83C9B-9E73-6AAC-FF2A-D27013538A9C}"/>
              </a:ext>
            </a:extLst>
          </p:cNvPr>
          <p:cNvCxnSpPr>
            <a:cxnSpLocks/>
          </p:cNvCxnSpPr>
          <p:nvPr/>
        </p:nvCxnSpPr>
        <p:spPr>
          <a:xfrm flipH="1" flipV="1">
            <a:off x="1639892" y="3226778"/>
            <a:ext cx="2534846" cy="80721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20390208-2C5C-2C81-F302-EB3220A48D60}"/>
              </a:ext>
            </a:extLst>
          </p:cNvPr>
          <p:cNvSpPr txBox="1"/>
          <p:nvPr/>
        </p:nvSpPr>
        <p:spPr>
          <a:xfrm rot="986363">
            <a:off x="2101888" y="3627918"/>
            <a:ext cx="16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response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D8996B4D-319A-1DFB-DDDD-A1BC191CE282}"/>
              </a:ext>
            </a:extLst>
          </p:cNvPr>
          <p:cNvSpPr/>
          <p:nvPr/>
        </p:nvSpPr>
        <p:spPr>
          <a:xfrm>
            <a:off x="967281" y="4744698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D26EBC7-AE25-04EE-6AB9-4EE384523E64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663752" y="3737799"/>
            <a:ext cx="2504326" cy="155517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B7B09A50-4CE9-BFB9-8B4F-345B9181BE23}"/>
              </a:ext>
            </a:extLst>
          </p:cNvPr>
          <p:cNvSpPr txBox="1"/>
          <p:nvPr/>
        </p:nvSpPr>
        <p:spPr>
          <a:xfrm rot="19729909">
            <a:off x="1627636" y="4434067"/>
            <a:ext cx="17026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① API request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B33A35BD-EEB7-4B6E-0187-FDEC58EAD772}"/>
              </a:ext>
            </a:extLst>
          </p:cNvPr>
          <p:cNvCxnSpPr/>
          <p:nvPr/>
        </p:nvCxnSpPr>
        <p:spPr>
          <a:xfrm flipH="1">
            <a:off x="1604596" y="4033995"/>
            <a:ext cx="2563482" cy="162385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4B3364A2-EDFC-C846-262B-AD35060A60B3}"/>
              </a:ext>
            </a:extLst>
          </p:cNvPr>
          <p:cNvSpPr txBox="1"/>
          <p:nvPr/>
        </p:nvSpPr>
        <p:spPr>
          <a:xfrm rot="19645816">
            <a:off x="1935196" y="4872646"/>
            <a:ext cx="16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response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719A0193-9C70-BD8D-1528-A400DD67998F}"/>
              </a:ext>
            </a:extLst>
          </p:cNvPr>
          <p:cNvGrpSpPr/>
          <p:nvPr/>
        </p:nvGrpSpPr>
        <p:grpSpPr>
          <a:xfrm>
            <a:off x="3906945" y="161445"/>
            <a:ext cx="2166519" cy="1873184"/>
            <a:chOff x="3906945" y="161445"/>
            <a:chExt cx="2166519" cy="187318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1703390E-B375-8157-BECC-039818A58614}"/>
                </a:ext>
              </a:extLst>
            </p:cNvPr>
            <p:cNvSpPr/>
            <p:nvPr/>
          </p:nvSpPr>
          <p:spPr>
            <a:xfrm>
              <a:off x="4152308" y="464236"/>
              <a:ext cx="1619075" cy="13464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Front</a:t>
              </a:r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5DB6563-388F-1743-AA4C-2A5C8081D31E}"/>
                </a:ext>
              </a:extLst>
            </p:cNvPr>
            <p:cNvSpPr/>
            <p:nvPr/>
          </p:nvSpPr>
          <p:spPr>
            <a:xfrm>
              <a:off x="3906945" y="161445"/>
              <a:ext cx="2166519" cy="187318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Frontend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D21DD869-6B57-A75E-7392-41055051C12A}"/>
              </a:ext>
            </a:extLst>
          </p:cNvPr>
          <p:cNvSpPr/>
          <p:nvPr/>
        </p:nvSpPr>
        <p:spPr>
          <a:xfrm>
            <a:off x="4168078" y="2534321"/>
            <a:ext cx="1619075" cy="24069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9387174-DA1A-8A31-EC28-3529886D2ACA}"/>
              </a:ext>
            </a:extLst>
          </p:cNvPr>
          <p:cNvSpPr/>
          <p:nvPr/>
        </p:nvSpPr>
        <p:spPr>
          <a:xfrm>
            <a:off x="3906946" y="2131568"/>
            <a:ext cx="2166519" cy="31147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Backend K8S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84020A17-4896-0281-0FD1-A941C8989796}"/>
              </a:ext>
            </a:extLst>
          </p:cNvPr>
          <p:cNvSpPr/>
          <p:nvPr/>
        </p:nvSpPr>
        <p:spPr>
          <a:xfrm>
            <a:off x="408842" y="430426"/>
            <a:ext cx="2224454" cy="30729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 dirty="0"/>
              <a:t>외부 </a:t>
            </a:r>
            <a:r>
              <a:rPr lang="en-US" altLang="ko-KR" sz="1200" dirty="0" err="1"/>
              <a:t>javascript</a:t>
            </a:r>
            <a:r>
              <a:rPr lang="en-US" altLang="ko-KR" sz="1200" dirty="0"/>
              <a:t> </a:t>
            </a:r>
            <a:r>
              <a:rPr lang="ko-KR" altLang="en-US" sz="1200" dirty="0"/>
              <a:t>라이브러리</a:t>
            </a:r>
          </a:p>
        </p:txBody>
      </p:sp>
      <p:cxnSp>
        <p:nvCxnSpPr>
          <p:cNvPr id="31" name="직선 화살표 연결선 30">
            <a:extLst>
              <a:ext uri="{FF2B5EF4-FFF2-40B4-BE49-F238E27FC236}">
                <a16:creationId xmlns:a16="http://schemas.microsoft.com/office/drawing/2014/main" id="{241F7FD9-69D5-1457-BD50-2D4166481390}"/>
              </a:ext>
            </a:extLst>
          </p:cNvPr>
          <p:cNvCxnSpPr>
            <a:cxnSpLocks/>
            <a:endCxn id="2" idx="0"/>
          </p:cNvCxnSpPr>
          <p:nvPr/>
        </p:nvCxnSpPr>
        <p:spPr>
          <a:xfrm flipH="1">
            <a:off x="1343025" y="775504"/>
            <a:ext cx="14080" cy="161160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BF6145E4-B64C-9645-0EBC-C6A34C7B8F3D}"/>
              </a:ext>
            </a:extLst>
          </p:cNvPr>
          <p:cNvSpPr txBox="1"/>
          <p:nvPr/>
        </p:nvSpPr>
        <p:spPr>
          <a:xfrm>
            <a:off x="252267" y="754094"/>
            <a:ext cx="830997" cy="2108911"/>
          </a:xfrm>
          <a:prstGeom prst="rect">
            <a:avLst/>
          </a:prstGeom>
          <a:noFill/>
        </p:spPr>
        <p:txBody>
          <a:bodyPr vert="eaVert" wrap="none" rtlCol="0">
            <a:spAutoFit/>
          </a:bodyPr>
          <a:lstStyle/>
          <a:p>
            <a:r>
              <a:rPr lang="en-US" altLang="ko-KR" dirty="0"/>
              <a:t>②</a:t>
            </a:r>
            <a:r>
              <a:rPr lang="en-US" altLang="ko-KR" sz="1200" dirty="0"/>
              <a:t> </a:t>
            </a:r>
            <a:r>
              <a:rPr lang="en-US" altLang="ko-KR" sz="1200" b="1" dirty="0" err="1"/>
              <a:t>Js</a:t>
            </a:r>
            <a:r>
              <a:rPr lang="ko-KR" altLang="en-US" sz="1200" dirty="0"/>
              <a:t> 라이브러리 다운로드</a:t>
            </a:r>
            <a:endParaRPr lang="en-US" altLang="ko-KR" sz="1200" dirty="0"/>
          </a:p>
          <a:p>
            <a:r>
              <a:rPr lang="ko-KR" altLang="en-US" sz="1200" dirty="0"/>
              <a:t>외부 </a:t>
            </a:r>
            <a:r>
              <a:rPr lang="en-US" altLang="ko-KR" sz="1200" b="1" dirty="0" err="1"/>
              <a:t>css</a:t>
            </a:r>
            <a:r>
              <a:rPr lang="en-US" altLang="ko-KR" sz="1200" dirty="0"/>
              <a:t> </a:t>
            </a:r>
            <a:r>
              <a:rPr lang="ko-KR" altLang="en-US" sz="1200" dirty="0"/>
              <a:t>다운로드</a:t>
            </a:r>
            <a:endParaRPr lang="en-US" altLang="ko-KR" sz="1200" dirty="0"/>
          </a:p>
          <a:p>
            <a:r>
              <a:rPr lang="ko-KR" altLang="en-US" sz="1200" b="1" dirty="0"/>
              <a:t>이미지</a:t>
            </a:r>
            <a:r>
              <a:rPr lang="ko-KR" altLang="en-US" sz="1200" dirty="0"/>
              <a:t> 다운로드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428DCA6-36FF-7A2A-F566-9C3A275D3607}"/>
              </a:ext>
            </a:extLst>
          </p:cNvPr>
          <p:cNvSpPr txBox="1"/>
          <p:nvPr/>
        </p:nvSpPr>
        <p:spPr>
          <a:xfrm>
            <a:off x="63079" y="6183887"/>
            <a:ext cx="3020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/>
              <a:t>화면</a:t>
            </a:r>
            <a:r>
              <a:rPr lang="en-US" altLang="ko-KR" dirty="0"/>
              <a:t>, </a:t>
            </a:r>
            <a:r>
              <a:rPr lang="ko-KR" altLang="en-US" dirty="0"/>
              <a:t>자체 라이브러리 내장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CB2908C4-403C-D84B-BC8F-CF74497FC864}"/>
              </a:ext>
            </a:extLst>
          </p:cNvPr>
          <p:cNvSpPr txBox="1"/>
          <p:nvPr/>
        </p:nvSpPr>
        <p:spPr>
          <a:xfrm>
            <a:off x="1343025" y="749595"/>
            <a:ext cx="118211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err="1"/>
              <a:t>Jquery</a:t>
            </a:r>
            <a:r>
              <a:rPr lang="en-US" altLang="ko-KR" dirty="0"/>
              <a:t> </a:t>
            </a:r>
            <a:r>
              <a:rPr lang="ko-KR" altLang="en-US" dirty="0"/>
              <a:t>등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694A023-F909-A55B-E349-A172B8390570}"/>
              </a:ext>
            </a:extLst>
          </p:cNvPr>
          <p:cNvSpPr txBox="1"/>
          <p:nvPr/>
        </p:nvSpPr>
        <p:spPr>
          <a:xfrm>
            <a:off x="6618718" y="1903844"/>
            <a:ext cx="32767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SPA (Single </a:t>
            </a:r>
            <a:r>
              <a:rPr lang="en-US" altLang="ko-KR"/>
              <a:t>Page Application)</a:t>
            </a:r>
            <a:br>
              <a:rPr lang="en-US" altLang="ko-KR"/>
            </a:br>
            <a:r>
              <a:rPr lang="ko-KR" altLang="en-US" dirty="0"/>
              <a:t>동작원리</a:t>
            </a:r>
          </a:p>
        </p:txBody>
      </p:sp>
    </p:spTree>
    <p:extLst>
      <p:ext uri="{BB962C8B-B14F-4D97-AF65-F5344CB8AC3E}">
        <p14:creationId xmlns:p14="http://schemas.microsoft.com/office/powerpoint/2010/main" val="153642999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B02DB-3E58-CD59-CD74-FD14D860F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타원 1">
            <a:extLst>
              <a:ext uri="{FF2B5EF4-FFF2-40B4-BE49-F238E27FC236}">
                <a16:creationId xmlns:a16="http://schemas.microsoft.com/office/drawing/2014/main" id="{78B9EC7D-A1BC-3BC6-F888-2EDD3BCDB3F9}"/>
              </a:ext>
            </a:extLst>
          </p:cNvPr>
          <p:cNvSpPr/>
          <p:nvPr/>
        </p:nvSpPr>
        <p:spPr>
          <a:xfrm>
            <a:off x="923192" y="2387112"/>
            <a:ext cx="839666" cy="839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Web</a:t>
            </a:r>
            <a:endParaRPr lang="ko-KR" altLang="en-US" sz="1400" dirty="0"/>
          </a:p>
        </p:txBody>
      </p:sp>
      <p:cxnSp>
        <p:nvCxnSpPr>
          <p:cNvPr id="3" name="직선 화살표 연결선 2">
            <a:extLst>
              <a:ext uri="{FF2B5EF4-FFF2-40B4-BE49-F238E27FC236}">
                <a16:creationId xmlns:a16="http://schemas.microsoft.com/office/drawing/2014/main" id="{0DF977B6-B2AF-1E8A-0130-8083CEFE343D}"/>
              </a:ext>
            </a:extLst>
          </p:cNvPr>
          <p:cNvCxnSpPr>
            <a:stCxn id="2" idx="7"/>
            <a:endCxn id="17" idx="1"/>
          </p:cNvCxnSpPr>
          <p:nvPr/>
        </p:nvCxnSpPr>
        <p:spPr>
          <a:xfrm flipV="1">
            <a:off x="1639892" y="1137453"/>
            <a:ext cx="2512416" cy="137262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39F6900-5D3E-A651-0742-4BBED5136D86}"/>
              </a:ext>
            </a:extLst>
          </p:cNvPr>
          <p:cNvSpPr txBox="1"/>
          <p:nvPr/>
        </p:nvSpPr>
        <p:spPr>
          <a:xfrm rot="19917377">
            <a:off x="2098900" y="1463287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en-US" altLang="ko-KR" dirty="0" err="1"/>
              <a:t>requets</a:t>
            </a:r>
            <a:endParaRPr lang="ko-KR" altLang="en-US" dirty="0"/>
          </a:p>
        </p:txBody>
      </p:sp>
      <p:cxnSp>
        <p:nvCxnSpPr>
          <p:cNvPr id="5" name="직선 화살표 연결선 4">
            <a:extLst>
              <a:ext uri="{FF2B5EF4-FFF2-40B4-BE49-F238E27FC236}">
                <a16:creationId xmlns:a16="http://schemas.microsoft.com/office/drawing/2014/main" id="{62A34B6A-411B-2320-B863-3A6B0E5D8CEA}"/>
              </a:ext>
            </a:extLst>
          </p:cNvPr>
          <p:cNvCxnSpPr>
            <a:cxnSpLocks/>
          </p:cNvCxnSpPr>
          <p:nvPr/>
        </p:nvCxnSpPr>
        <p:spPr>
          <a:xfrm flipH="1">
            <a:off x="1762858" y="1340827"/>
            <a:ext cx="2389450" cy="13452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B91C460D-8363-5EC2-D93C-FF3781614997}"/>
              </a:ext>
            </a:extLst>
          </p:cNvPr>
          <p:cNvSpPr txBox="1"/>
          <p:nvPr/>
        </p:nvSpPr>
        <p:spPr>
          <a:xfrm rot="19917377">
            <a:off x="2198952" y="1973786"/>
            <a:ext cx="167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html response</a:t>
            </a:r>
            <a:endParaRPr lang="ko-KR" altLang="en-US" dirty="0"/>
          </a:p>
        </p:txBody>
      </p:sp>
      <p:cxnSp>
        <p:nvCxnSpPr>
          <p:cNvPr id="7" name="직선 화살표 연결선 6">
            <a:extLst>
              <a:ext uri="{FF2B5EF4-FFF2-40B4-BE49-F238E27FC236}">
                <a16:creationId xmlns:a16="http://schemas.microsoft.com/office/drawing/2014/main" id="{A212046C-EE1A-4E54-B396-DF6E2D202742}"/>
              </a:ext>
            </a:extLst>
          </p:cNvPr>
          <p:cNvCxnSpPr>
            <a:endCxn id="20" idx="1"/>
          </p:cNvCxnSpPr>
          <p:nvPr/>
        </p:nvCxnSpPr>
        <p:spPr>
          <a:xfrm>
            <a:off x="1762858" y="2983792"/>
            <a:ext cx="2405220" cy="7540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69DE2E78-6A31-F64E-25B7-F50C8F39A24F}"/>
              </a:ext>
            </a:extLst>
          </p:cNvPr>
          <p:cNvSpPr txBox="1"/>
          <p:nvPr/>
        </p:nvSpPr>
        <p:spPr>
          <a:xfrm rot="986363">
            <a:off x="2461982" y="3001804"/>
            <a:ext cx="139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 request</a:t>
            </a:r>
            <a:endParaRPr lang="ko-KR" altLang="en-US" dirty="0"/>
          </a:p>
        </p:txBody>
      </p:sp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D4AEF73-58D2-6CD0-2764-3936830095C7}"/>
              </a:ext>
            </a:extLst>
          </p:cNvPr>
          <p:cNvCxnSpPr>
            <a:cxnSpLocks/>
          </p:cNvCxnSpPr>
          <p:nvPr/>
        </p:nvCxnSpPr>
        <p:spPr>
          <a:xfrm flipH="1" flipV="1">
            <a:off x="1639892" y="3226778"/>
            <a:ext cx="2534846" cy="80721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AF100329-BAC3-7A34-F0E1-A6B5E93B2F3B}"/>
              </a:ext>
            </a:extLst>
          </p:cNvPr>
          <p:cNvSpPr txBox="1"/>
          <p:nvPr/>
        </p:nvSpPr>
        <p:spPr>
          <a:xfrm rot="986363">
            <a:off x="2101888" y="3627918"/>
            <a:ext cx="16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response</a:t>
            </a:r>
            <a:endParaRPr lang="ko-KR" altLang="en-US" dirty="0"/>
          </a:p>
        </p:txBody>
      </p:sp>
      <p:sp>
        <p:nvSpPr>
          <p:cNvPr id="11" name="사각형: 둥근 모서리 10">
            <a:extLst>
              <a:ext uri="{FF2B5EF4-FFF2-40B4-BE49-F238E27FC236}">
                <a16:creationId xmlns:a16="http://schemas.microsoft.com/office/drawing/2014/main" id="{CECD685A-E5BC-16C2-847F-89E2CE755A0A}"/>
              </a:ext>
            </a:extLst>
          </p:cNvPr>
          <p:cNvSpPr/>
          <p:nvPr/>
        </p:nvSpPr>
        <p:spPr>
          <a:xfrm>
            <a:off x="967281" y="4744698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F26623A7-6C1A-E162-BF28-F3D473D2941D}"/>
              </a:ext>
            </a:extLst>
          </p:cNvPr>
          <p:cNvCxnSpPr>
            <a:cxnSpLocks/>
            <a:endCxn id="20" idx="1"/>
          </p:cNvCxnSpPr>
          <p:nvPr/>
        </p:nvCxnSpPr>
        <p:spPr>
          <a:xfrm flipV="1">
            <a:off x="1663752" y="3737799"/>
            <a:ext cx="2504326" cy="155517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56EE2456-5769-790B-7C6E-A776F1306FD8}"/>
              </a:ext>
            </a:extLst>
          </p:cNvPr>
          <p:cNvSpPr txBox="1"/>
          <p:nvPr/>
        </p:nvSpPr>
        <p:spPr>
          <a:xfrm rot="19729909">
            <a:off x="1783928" y="4434067"/>
            <a:ext cx="139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 request</a:t>
            </a:r>
            <a:endParaRPr lang="ko-KR" altLang="en-US" dirty="0"/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E9A85CFB-F426-50B8-C7C8-C438205408A3}"/>
              </a:ext>
            </a:extLst>
          </p:cNvPr>
          <p:cNvCxnSpPr/>
          <p:nvPr/>
        </p:nvCxnSpPr>
        <p:spPr>
          <a:xfrm flipH="1">
            <a:off x="1604596" y="4033995"/>
            <a:ext cx="2563482" cy="162385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>
            <a:extLst>
              <a:ext uri="{FF2B5EF4-FFF2-40B4-BE49-F238E27FC236}">
                <a16:creationId xmlns:a16="http://schemas.microsoft.com/office/drawing/2014/main" id="{F889C238-2590-EEDA-77B8-CAABB5680EC1}"/>
              </a:ext>
            </a:extLst>
          </p:cNvPr>
          <p:cNvSpPr txBox="1"/>
          <p:nvPr/>
        </p:nvSpPr>
        <p:spPr>
          <a:xfrm rot="19645816">
            <a:off x="1935196" y="4872646"/>
            <a:ext cx="16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response</a:t>
            </a:r>
            <a:endParaRPr lang="ko-KR" altLang="en-US" dirty="0"/>
          </a:p>
        </p:txBody>
      </p:sp>
      <p:grpSp>
        <p:nvGrpSpPr>
          <p:cNvPr id="16" name="그룹 15">
            <a:extLst>
              <a:ext uri="{FF2B5EF4-FFF2-40B4-BE49-F238E27FC236}">
                <a16:creationId xmlns:a16="http://schemas.microsoft.com/office/drawing/2014/main" id="{1C8D00A6-6666-D98A-6F36-1F13C2EAB524}"/>
              </a:ext>
            </a:extLst>
          </p:cNvPr>
          <p:cNvGrpSpPr/>
          <p:nvPr/>
        </p:nvGrpSpPr>
        <p:grpSpPr>
          <a:xfrm>
            <a:off x="3906945" y="161445"/>
            <a:ext cx="2166519" cy="1873184"/>
            <a:chOff x="3906945" y="161445"/>
            <a:chExt cx="2166519" cy="1873184"/>
          </a:xfrm>
        </p:grpSpPr>
        <p:sp>
          <p:nvSpPr>
            <p:cNvPr id="17" name="직사각형 16">
              <a:extLst>
                <a:ext uri="{FF2B5EF4-FFF2-40B4-BE49-F238E27FC236}">
                  <a16:creationId xmlns:a16="http://schemas.microsoft.com/office/drawing/2014/main" id="{0AA080B2-F41B-6DDC-857F-AE1ED7CBCCA0}"/>
                </a:ext>
              </a:extLst>
            </p:cNvPr>
            <p:cNvSpPr/>
            <p:nvPr/>
          </p:nvSpPr>
          <p:spPr>
            <a:xfrm>
              <a:off x="4152308" y="464236"/>
              <a:ext cx="1619075" cy="13464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Front</a:t>
              </a:r>
              <a:endParaRPr lang="ko-KR" altLang="en-US" dirty="0"/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E46F8150-F312-B32E-3904-0052212A1230}"/>
                </a:ext>
              </a:extLst>
            </p:cNvPr>
            <p:cNvSpPr/>
            <p:nvPr/>
          </p:nvSpPr>
          <p:spPr>
            <a:xfrm>
              <a:off x="3906945" y="161445"/>
              <a:ext cx="2166519" cy="187318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Frontend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1316A62-33DC-F459-C73E-03B007035196}"/>
              </a:ext>
            </a:extLst>
          </p:cNvPr>
          <p:cNvSpPr/>
          <p:nvPr/>
        </p:nvSpPr>
        <p:spPr>
          <a:xfrm>
            <a:off x="4168078" y="2534321"/>
            <a:ext cx="1619075" cy="2406955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Back</a:t>
            </a:r>
            <a:endParaRPr lang="ko-KR" altLang="en-US" dirty="0"/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468057EE-6009-6B66-1055-4F4A6FBD1B8C}"/>
              </a:ext>
            </a:extLst>
          </p:cNvPr>
          <p:cNvSpPr/>
          <p:nvPr/>
        </p:nvSpPr>
        <p:spPr>
          <a:xfrm>
            <a:off x="3906946" y="2131568"/>
            <a:ext cx="2166519" cy="3114758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Backend K8S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41828C2D-DE86-0A27-C1D6-5363144F2031}"/>
              </a:ext>
            </a:extLst>
          </p:cNvPr>
          <p:cNvSpPr/>
          <p:nvPr/>
        </p:nvSpPr>
        <p:spPr>
          <a:xfrm>
            <a:off x="6651907" y="2469444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jaeger</a:t>
            </a:r>
            <a:endParaRPr lang="ko-KR" altLang="en-US" dirty="0"/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CE8A207F-0B61-FADA-0A0D-B95D80238E73}"/>
              </a:ext>
            </a:extLst>
          </p:cNvPr>
          <p:cNvSpPr/>
          <p:nvPr/>
        </p:nvSpPr>
        <p:spPr>
          <a:xfrm>
            <a:off x="6651907" y="3521218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loki</a:t>
            </a:r>
            <a:endParaRPr lang="ko-KR" altLang="en-US" dirty="0"/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ACE79869-593F-CFF9-969F-E811B63343CF}"/>
              </a:ext>
            </a:extLst>
          </p:cNvPr>
          <p:cNvSpPr/>
          <p:nvPr/>
        </p:nvSpPr>
        <p:spPr>
          <a:xfrm>
            <a:off x="8284901" y="1671890"/>
            <a:ext cx="1769835" cy="47954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OpenSearch</a:t>
            </a:r>
            <a:endParaRPr lang="ko-KR" altLang="en-US" dirty="0"/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3C7F3B08-F86F-3A9B-5825-9E5C5FF47362}"/>
              </a:ext>
            </a:extLst>
          </p:cNvPr>
          <p:cNvSpPr/>
          <p:nvPr/>
        </p:nvSpPr>
        <p:spPr>
          <a:xfrm>
            <a:off x="10271920" y="1623250"/>
            <a:ext cx="1173773" cy="361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Grafana</a:t>
            </a:r>
            <a:endParaRPr lang="ko-KR" altLang="en-US" dirty="0"/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432AD2B2-2886-E369-8700-557CC6A07B91}"/>
              </a:ext>
            </a:extLst>
          </p:cNvPr>
          <p:cNvSpPr/>
          <p:nvPr/>
        </p:nvSpPr>
        <p:spPr>
          <a:xfrm>
            <a:off x="6651907" y="1685252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Fluent-bit</a:t>
            </a:r>
            <a:endParaRPr lang="ko-KR" altLang="en-US" dirty="0"/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A86B4CB-3F5A-5678-B2EA-3CB5F02D13CC}"/>
              </a:ext>
            </a:extLst>
          </p:cNvPr>
          <p:cNvSpPr/>
          <p:nvPr/>
        </p:nvSpPr>
        <p:spPr>
          <a:xfrm>
            <a:off x="6651907" y="4572992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200" dirty="0" err="1"/>
              <a:t>prometheus</a:t>
            </a:r>
            <a:endParaRPr lang="ko-KR" altLang="en-US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F8D9B60C-EDB8-932B-4302-C02B047D56B5}"/>
              </a:ext>
            </a:extLst>
          </p:cNvPr>
          <p:cNvSpPr/>
          <p:nvPr/>
        </p:nvSpPr>
        <p:spPr>
          <a:xfrm>
            <a:off x="6651907" y="976382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zipkin</a:t>
            </a:r>
            <a:endParaRPr lang="ko-KR" altLang="en-US" dirty="0"/>
          </a:p>
        </p:txBody>
      </p:sp>
      <p:sp>
        <p:nvSpPr>
          <p:cNvPr id="29" name="직사각형 28">
            <a:extLst>
              <a:ext uri="{FF2B5EF4-FFF2-40B4-BE49-F238E27FC236}">
                <a16:creationId xmlns:a16="http://schemas.microsoft.com/office/drawing/2014/main" id="{A37A90A4-B13A-41B9-6F5C-AAD51ED83FCB}"/>
              </a:ext>
            </a:extLst>
          </p:cNvPr>
          <p:cNvSpPr/>
          <p:nvPr/>
        </p:nvSpPr>
        <p:spPr>
          <a:xfrm>
            <a:off x="8284901" y="2469444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ISTIO</a:t>
            </a:r>
            <a:endParaRPr lang="ko-KR" altLang="en-US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EF997C3-44FA-20E2-E2DF-95AF277E39FF}"/>
              </a:ext>
            </a:extLst>
          </p:cNvPr>
          <p:cNvSpPr txBox="1"/>
          <p:nvPr/>
        </p:nvSpPr>
        <p:spPr>
          <a:xfrm>
            <a:off x="97491" y="128496"/>
            <a:ext cx="17395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ISP</a:t>
            </a:r>
            <a:r>
              <a:rPr lang="ko-KR" altLang="en-US" dirty="0"/>
              <a:t>의 설계요소</a:t>
            </a:r>
          </a:p>
        </p:txBody>
      </p:sp>
    </p:spTree>
    <p:extLst>
      <p:ext uri="{BB962C8B-B14F-4D97-AF65-F5344CB8AC3E}">
        <p14:creationId xmlns:p14="http://schemas.microsoft.com/office/powerpoint/2010/main" val="805761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직사각형 15">
            <a:extLst>
              <a:ext uri="{FF2B5EF4-FFF2-40B4-BE49-F238E27FC236}">
                <a16:creationId xmlns:a16="http://schemas.microsoft.com/office/drawing/2014/main" id="{816C8894-3A49-BCE2-E870-C8A929CF6311}"/>
              </a:ext>
            </a:extLst>
          </p:cNvPr>
          <p:cNvSpPr/>
          <p:nvPr/>
        </p:nvSpPr>
        <p:spPr>
          <a:xfrm>
            <a:off x="4068049" y="2437380"/>
            <a:ext cx="1819497" cy="2750082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/>
            <a:r>
              <a:rPr lang="en-US" altLang="ko-KR" sz="1050" dirty="0"/>
              <a:t>ISTIO</a:t>
            </a:r>
            <a:endParaRPr lang="ko-KR" altLang="en-US" sz="1050" dirty="0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BBDEBEA-18E7-83D9-BA90-4160ACFFFE7C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 flipV="1">
            <a:off x="5756300" y="4519244"/>
            <a:ext cx="2510284" cy="19280"/>
          </a:xfrm>
          <a:prstGeom prst="straightConnector1">
            <a:avLst/>
          </a:prstGeom>
          <a:ln w="1905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직선 화살표 연결선 25">
            <a:extLst>
              <a:ext uri="{FF2B5EF4-FFF2-40B4-BE49-F238E27FC236}">
                <a16:creationId xmlns:a16="http://schemas.microsoft.com/office/drawing/2014/main" id="{63EA56EA-112B-0BB1-E319-6973CD57ED92}"/>
              </a:ext>
            </a:extLst>
          </p:cNvPr>
          <p:cNvCxnSpPr>
            <a:cxnSpLocks/>
          </p:cNvCxnSpPr>
          <p:nvPr/>
        </p:nvCxnSpPr>
        <p:spPr>
          <a:xfrm flipV="1">
            <a:off x="5787153" y="2745332"/>
            <a:ext cx="864754" cy="8486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타원 37">
            <a:extLst>
              <a:ext uri="{FF2B5EF4-FFF2-40B4-BE49-F238E27FC236}">
                <a16:creationId xmlns:a16="http://schemas.microsoft.com/office/drawing/2014/main" id="{78D378C5-B494-B622-6423-AA6453A704AA}"/>
              </a:ext>
            </a:extLst>
          </p:cNvPr>
          <p:cNvSpPr/>
          <p:nvPr/>
        </p:nvSpPr>
        <p:spPr>
          <a:xfrm>
            <a:off x="923192" y="2387112"/>
            <a:ext cx="839666" cy="839666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Web</a:t>
            </a:r>
            <a:endParaRPr lang="ko-KR" altLang="en-US" sz="1400" dirty="0"/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78EF38BC-36B1-A563-324B-0992864C6D69}"/>
              </a:ext>
            </a:extLst>
          </p:cNvPr>
          <p:cNvCxnSpPr>
            <a:stCxn id="38" idx="7"/>
            <a:endCxn id="4" idx="1"/>
          </p:cNvCxnSpPr>
          <p:nvPr/>
        </p:nvCxnSpPr>
        <p:spPr>
          <a:xfrm flipV="1">
            <a:off x="1639892" y="1137453"/>
            <a:ext cx="2512416" cy="1372625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EABA01B0-2B44-9799-C3D1-366171C0D6B5}"/>
              </a:ext>
            </a:extLst>
          </p:cNvPr>
          <p:cNvSpPr txBox="1"/>
          <p:nvPr/>
        </p:nvSpPr>
        <p:spPr>
          <a:xfrm rot="19917377">
            <a:off x="2098900" y="1463287"/>
            <a:ext cx="131471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err="1"/>
              <a:t>url</a:t>
            </a:r>
            <a:r>
              <a:rPr lang="en-US" altLang="ko-KR" dirty="0"/>
              <a:t> </a:t>
            </a:r>
            <a:r>
              <a:rPr lang="en-US" altLang="ko-KR" dirty="0" err="1"/>
              <a:t>requets</a:t>
            </a:r>
            <a:endParaRPr lang="ko-KR" altLang="en-US" dirty="0"/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577960D5-5163-0CB5-28F8-942332742B57}"/>
              </a:ext>
            </a:extLst>
          </p:cNvPr>
          <p:cNvCxnSpPr>
            <a:cxnSpLocks/>
          </p:cNvCxnSpPr>
          <p:nvPr/>
        </p:nvCxnSpPr>
        <p:spPr>
          <a:xfrm flipH="1">
            <a:off x="1762858" y="1340827"/>
            <a:ext cx="2389450" cy="134522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3F95CD88-C7E7-7B61-0125-CAA0BEB7E271}"/>
              </a:ext>
            </a:extLst>
          </p:cNvPr>
          <p:cNvSpPr txBox="1"/>
          <p:nvPr/>
        </p:nvSpPr>
        <p:spPr>
          <a:xfrm rot="19917377">
            <a:off x="2198952" y="1973786"/>
            <a:ext cx="16721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html response</a:t>
            </a:r>
            <a:endParaRPr lang="ko-KR" altLang="en-US" dirty="0"/>
          </a:p>
        </p:txBody>
      </p:sp>
      <p:cxnSp>
        <p:nvCxnSpPr>
          <p:cNvPr id="48" name="직선 화살표 연결선 47">
            <a:extLst>
              <a:ext uri="{FF2B5EF4-FFF2-40B4-BE49-F238E27FC236}">
                <a16:creationId xmlns:a16="http://schemas.microsoft.com/office/drawing/2014/main" id="{DF934354-D25B-DE1B-038D-BA7BED18E7BC}"/>
              </a:ext>
            </a:extLst>
          </p:cNvPr>
          <p:cNvCxnSpPr>
            <a:endCxn id="5" idx="1"/>
          </p:cNvCxnSpPr>
          <p:nvPr/>
        </p:nvCxnSpPr>
        <p:spPr>
          <a:xfrm>
            <a:off x="1762858" y="2983792"/>
            <a:ext cx="2405220" cy="75400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5520838E-9A8F-B432-65B5-84F23CE313D8}"/>
              </a:ext>
            </a:extLst>
          </p:cNvPr>
          <p:cNvSpPr txBox="1"/>
          <p:nvPr/>
        </p:nvSpPr>
        <p:spPr>
          <a:xfrm rot="986363">
            <a:off x="2461982" y="3001804"/>
            <a:ext cx="139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 request</a:t>
            </a:r>
            <a:endParaRPr lang="ko-KR" altLang="en-US" dirty="0"/>
          </a:p>
        </p:txBody>
      </p: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42054880-AEE6-50C4-5575-FC7A38538732}"/>
              </a:ext>
            </a:extLst>
          </p:cNvPr>
          <p:cNvCxnSpPr>
            <a:cxnSpLocks/>
            <a:stCxn id="5" idx="2"/>
            <a:endCxn id="50" idx="1"/>
          </p:cNvCxnSpPr>
          <p:nvPr/>
        </p:nvCxnSpPr>
        <p:spPr>
          <a:xfrm rot="16200000" flipH="1">
            <a:off x="5203033" y="4715858"/>
            <a:ext cx="1244238" cy="1695073"/>
          </a:xfrm>
          <a:prstGeom prst="bentConnector2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직선 화살표 연결선 54">
            <a:extLst>
              <a:ext uri="{FF2B5EF4-FFF2-40B4-BE49-F238E27FC236}">
                <a16:creationId xmlns:a16="http://schemas.microsoft.com/office/drawing/2014/main" id="{055288EA-CCB0-1199-7BC9-3E328E643BC9}"/>
              </a:ext>
            </a:extLst>
          </p:cNvPr>
          <p:cNvCxnSpPr>
            <a:cxnSpLocks/>
          </p:cNvCxnSpPr>
          <p:nvPr/>
        </p:nvCxnSpPr>
        <p:spPr>
          <a:xfrm flipH="1" flipV="1">
            <a:off x="1639892" y="3226778"/>
            <a:ext cx="2534846" cy="807217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>
            <a:extLst>
              <a:ext uri="{FF2B5EF4-FFF2-40B4-BE49-F238E27FC236}">
                <a16:creationId xmlns:a16="http://schemas.microsoft.com/office/drawing/2014/main" id="{87699F2B-436F-0A04-38A7-DEEA816EFCFB}"/>
              </a:ext>
            </a:extLst>
          </p:cNvPr>
          <p:cNvSpPr txBox="1"/>
          <p:nvPr/>
        </p:nvSpPr>
        <p:spPr>
          <a:xfrm rot="986363">
            <a:off x="2101888" y="3627918"/>
            <a:ext cx="16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response</a:t>
            </a:r>
            <a:endParaRPr lang="ko-KR" altLang="en-US" dirty="0"/>
          </a:p>
        </p:txBody>
      </p:sp>
      <p:sp>
        <p:nvSpPr>
          <p:cNvPr id="58" name="사각형: 둥근 모서리 57">
            <a:extLst>
              <a:ext uri="{FF2B5EF4-FFF2-40B4-BE49-F238E27FC236}">
                <a16:creationId xmlns:a16="http://schemas.microsoft.com/office/drawing/2014/main" id="{D7829EEC-4534-6A9D-86D3-4588754B0077}"/>
              </a:ext>
            </a:extLst>
          </p:cNvPr>
          <p:cNvSpPr/>
          <p:nvPr/>
        </p:nvSpPr>
        <p:spPr>
          <a:xfrm>
            <a:off x="967281" y="4744698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60" name="직선 화살표 연결선 59">
            <a:extLst>
              <a:ext uri="{FF2B5EF4-FFF2-40B4-BE49-F238E27FC236}">
                <a16:creationId xmlns:a16="http://schemas.microsoft.com/office/drawing/2014/main" id="{1BA5B179-6FBD-BE57-8F68-AD56B9EF009C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663752" y="3737799"/>
            <a:ext cx="2504326" cy="1555170"/>
          </a:xfrm>
          <a:prstGeom prst="straightConnector1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>
            <a:extLst>
              <a:ext uri="{FF2B5EF4-FFF2-40B4-BE49-F238E27FC236}">
                <a16:creationId xmlns:a16="http://schemas.microsoft.com/office/drawing/2014/main" id="{231AFA14-4290-45B1-BB8E-4A73F94EF6CA}"/>
              </a:ext>
            </a:extLst>
          </p:cNvPr>
          <p:cNvSpPr txBox="1"/>
          <p:nvPr/>
        </p:nvSpPr>
        <p:spPr>
          <a:xfrm rot="19729909">
            <a:off x="1783928" y="4434067"/>
            <a:ext cx="13900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API request</a:t>
            </a:r>
            <a:endParaRPr lang="ko-KR" altLang="en-US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CFB2F93-83AA-B8EA-EE52-E22024DBE9A4}"/>
              </a:ext>
            </a:extLst>
          </p:cNvPr>
          <p:cNvCxnSpPr/>
          <p:nvPr/>
        </p:nvCxnSpPr>
        <p:spPr>
          <a:xfrm flipH="1">
            <a:off x="1604596" y="4033995"/>
            <a:ext cx="2563482" cy="1623855"/>
          </a:xfrm>
          <a:prstGeom prst="straightConnector1">
            <a:avLst/>
          </a:prstGeom>
          <a:ln w="2222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5" name="TextBox 64">
            <a:extLst>
              <a:ext uri="{FF2B5EF4-FFF2-40B4-BE49-F238E27FC236}">
                <a16:creationId xmlns:a16="http://schemas.microsoft.com/office/drawing/2014/main" id="{5DF97F82-2194-F8DC-FBFD-EBED0BF4CE60}"/>
              </a:ext>
            </a:extLst>
          </p:cNvPr>
          <p:cNvSpPr txBox="1"/>
          <p:nvPr/>
        </p:nvSpPr>
        <p:spPr>
          <a:xfrm rot="19645816">
            <a:off x="1935196" y="4872646"/>
            <a:ext cx="16529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Json response</a:t>
            </a:r>
            <a:endParaRPr lang="ko-KR" altLang="en-US" dirty="0"/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2F9FEAE-9B10-DFDB-16A6-D9CAD1898373}"/>
              </a:ext>
            </a:extLst>
          </p:cNvPr>
          <p:cNvSpPr/>
          <p:nvPr/>
        </p:nvSpPr>
        <p:spPr>
          <a:xfrm>
            <a:off x="6651907" y="2469444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jaeger</a:t>
            </a:r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B04B3191-603E-CC87-6568-0229F16A7205}"/>
              </a:ext>
            </a:extLst>
          </p:cNvPr>
          <p:cNvSpPr/>
          <p:nvPr/>
        </p:nvSpPr>
        <p:spPr>
          <a:xfrm>
            <a:off x="6651907" y="3521218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loki</a:t>
            </a:r>
            <a:endParaRPr lang="ko-KR" altLang="en-US" dirty="0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C7144ABD-9002-0669-53F8-237076E4225B}"/>
              </a:ext>
            </a:extLst>
          </p:cNvPr>
          <p:cNvSpPr/>
          <p:nvPr/>
        </p:nvSpPr>
        <p:spPr>
          <a:xfrm>
            <a:off x="8266584" y="3780086"/>
            <a:ext cx="1769835" cy="14783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Object</a:t>
            </a:r>
          </a:p>
          <a:p>
            <a:pPr algn="ctr"/>
            <a:r>
              <a:rPr lang="en-US" altLang="ko-KR" dirty="0"/>
              <a:t>Storage</a:t>
            </a:r>
            <a:endParaRPr lang="ko-KR" altLang="en-US" dirty="0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7651A08A-ABC4-6B02-6BEA-51E6EFF4D57C}"/>
              </a:ext>
            </a:extLst>
          </p:cNvPr>
          <p:cNvSpPr/>
          <p:nvPr/>
        </p:nvSpPr>
        <p:spPr>
          <a:xfrm>
            <a:off x="8266584" y="1647954"/>
            <a:ext cx="1769835" cy="1478316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OpenSearch</a:t>
            </a:r>
            <a:br>
              <a:rPr lang="en-US" altLang="ko-KR" dirty="0"/>
            </a:br>
            <a:r>
              <a:rPr lang="en-US" altLang="ko-KR" dirty="0"/>
              <a:t>(Elastic Search)</a:t>
            </a:r>
            <a:endParaRPr lang="ko-KR" altLang="en-US" dirty="0"/>
          </a:p>
        </p:txBody>
      </p:sp>
      <p:cxnSp>
        <p:nvCxnSpPr>
          <p:cNvPr id="23" name="연결선: 꺾임 22">
            <a:extLst>
              <a:ext uri="{FF2B5EF4-FFF2-40B4-BE49-F238E27FC236}">
                <a16:creationId xmlns:a16="http://schemas.microsoft.com/office/drawing/2014/main" id="{6B698359-68CB-DB05-F3F8-3B569AF509FD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7706459" y="3779523"/>
            <a:ext cx="560125" cy="514349"/>
          </a:xfrm>
          <a:prstGeom prst="bentConnector3">
            <a:avLst/>
          </a:prstGeom>
          <a:ln w="158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연결선: 꺾임 29">
            <a:extLst>
              <a:ext uri="{FF2B5EF4-FFF2-40B4-BE49-F238E27FC236}">
                <a16:creationId xmlns:a16="http://schemas.microsoft.com/office/drawing/2014/main" id="{A9B0139E-2D37-B108-3FAA-6A7D6DB345F7}"/>
              </a:ext>
            </a:extLst>
          </p:cNvPr>
          <p:cNvCxnSpPr>
            <a:stCxn id="6" idx="3"/>
            <a:endCxn id="11" idx="1"/>
          </p:cNvCxnSpPr>
          <p:nvPr/>
        </p:nvCxnSpPr>
        <p:spPr>
          <a:xfrm flipV="1">
            <a:off x="7706459" y="2387112"/>
            <a:ext cx="560125" cy="340637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C8DE2EB6-B012-E7F0-3025-7FB15390A5AD}"/>
              </a:ext>
            </a:extLst>
          </p:cNvPr>
          <p:cNvSpPr/>
          <p:nvPr/>
        </p:nvSpPr>
        <p:spPr>
          <a:xfrm>
            <a:off x="10271920" y="1623250"/>
            <a:ext cx="1173773" cy="36115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Grafana</a:t>
            </a:r>
            <a:endParaRPr lang="ko-KR" altLang="en-US" dirty="0"/>
          </a:p>
        </p:txBody>
      </p:sp>
      <p:cxnSp>
        <p:nvCxnSpPr>
          <p:cNvPr id="35" name="연결선: 꺾임 34">
            <a:extLst>
              <a:ext uri="{FF2B5EF4-FFF2-40B4-BE49-F238E27FC236}">
                <a16:creationId xmlns:a16="http://schemas.microsoft.com/office/drawing/2014/main" id="{B4E91B4D-597E-88FC-1278-C41430CA9ADD}"/>
              </a:ext>
            </a:extLst>
          </p:cNvPr>
          <p:cNvCxnSpPr>
            <a:stCxn id="11" idx="3"/>
            <a:endCxn id="32" idx="1"/>
          </p:cNvCxnSpPr>
          <p:nvPr/>
        </p:nvCxnSpPr>
        <p:spPr>
          <a:xfrm>
            <a:off x="10036419" y="2387112"/>
            <a:ext cx="235501" cy="1041888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연결선: 꺾임 36">
            <a:extLst>
              <a:ext uri="{FF2B5EF4-FFF2-40B4-BE49-F238E27FC236}">
                <a16:creationId xmlns:a16="http://schemas.microsoft.com/office/drawing/2014/main" id="{44F0BCBE-C252-A197-F87A-1BE2AE2FE913}"/>
              </a:ext>
            </a:extLst>
          </p:cNvPr>
          <p:cNvCxnSpPr>
            <a:stCxn id="10" idx="3"/>
            <a:endCxn id="32" idx="1"/>
          </p:cNvCxnSpPr>
          <p:nvPr/>
        </p:nvCxnSpPr>
        <p:spPr>
          <a:xfrm flipV="1">
            <a:off x="10036419" y="3429000"/>
            <a:ext cx="235501" cy="1090244"/>
          </a:xfrm>
          <a:prstGeom prst="bentConnector3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직사각형 71">
            <a:extLst>
              <a:ext uri="{FF2B5EF4-FFF2-40B4-BE49-F238E27FC236}">
                <a16:creationId xmlns:a16="http://schemas.microsoft.com/office/drawing/2014/main" id="{13C13071-7485-BF82-A0E0-56A2514BCACC}"/>
              </a:ext>
            </a:extLst>
          </p:cNvPr>
          <p:cNvSpPr/>
          <p:nvPr/>
        </p:nvSpPr>
        <p:spPr>
          <a:xfrm>
            <a:off x="6490975" y="1061884"/>
            <a:ext cx="5308302" cy="425899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MGMT</a:t>
            </a:r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81" name="그룹 80">
            <a:extLst>
              <a:ext uri="{FF2B5EF4-FFF2-40B4-BE49-F238E27FC236}">
                <a16:creationId xmlns:a16="http://schemas.microsoft.com/office/drawing/2014/main" id="{CC901728-6B37-2D0B-C520-BACC015C97E7}"/>
              </a:ext>
            </a:extLst>
          </p:cNvPr>
          <p:cNvGrpSpPr/>
          <p:nvPr/>
        </p:nvGrpSpPr>
        <p:grpSpPr>
          <a:xfrm>
            <a:off x="6497351" y="5506092"/>
            <a:ext cx="5308302" cy="1321135"/>
            <a:chOff x="6497351" y="5506092"/>
            <a:chExt cx="5308302" cy="1321135"/>
          </a:xfrm>
        </p:grpSpPr>
        <p:sp>
          <p:nvSpPr>
            <p:cNvPr id="50" name="사각형: 둥근 모서리 49">
              <a:extLst>
                <a:ext uri="{FF2B5EF4-FFF2-40B4-BE49-F238E27FC236}">
                  <a16:creationId xmlns:a16="http://schemas.microsoft.com/office/drawing/2014/main" id="{93910E8B-91DC-D371-C206-B8160EE87962}"/>
                </a:ext>
              </a:extLst>
            </p:cNvPr>
            <p:cNvSpPr/>
            <p:nvPr/>
          </p:nvSpPr>
          <p:spPr>
            <a:xfrm>
              <a:off x="6672689" y="5642589"/>
              <a:ext cx="1759489" cy="1085850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- </a:t>
              </a:r>
              <a:r>
                <a:rPr lang="en-US" altLang="ko-KR" dirty="0" err="1"/>
                <a:t>cubrid</a:t>
              </a:r>
              <a:endParaRPr lang="ko-KR" altLang="en-US" dirty="0"/>
            </a:p>
          </p:txBody>
        </p:sp>
        <p:sp>
          <p:nvSpPr>
            <p:cNvPr id="75" name="직사각형 74">
              <a:extLst>
                <a:ext uri="{FF2B5EF4-FFF2-40B4-BE49-F238E27FC236}">
                  <a16:creationId xmlns:a16="http://schemas.microsoft.com/office/drawing/2014/main" id="{1C076CAD-486A-FEFC-2F7C-A83AEAF27A96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Database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82" name="그룹 81">
            <a:extLst>
              <a:ext uri="{FF2B5EF4-FFF2-40B4-BE49-F238E27FC236}">
                <a16:creationId xmlns:a16="http://schemas.microsoft.com/office/drawing/2014/main" id="{FCE18638-70CF-4FBD-CBB2-3F523C96B9D9}"/>
              </a:ext>
            </a:extLst>
          </p:cNvPr>
          <p:cNvGrpSpPr/>
          <p:nvPr/>
        </p:nvGrpSpPr>
        <p:grpSpPr>
          <a:xfrm>
            <a:off x="3906945" y="161445"/>
            <a:ext cx="2166519" cy="1873184"/>
            <a:chOff x="3906945" y="161445"/>
            <a:chExt cx="2166519" cy="1873184"/>
          </a:xfrm>
        </p:grpSpPr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98F8F0CE-67B7-4E69-20AE-5CD8CAB985F2}"/>
                </a:ext>
              </a:extLst>
            </p:cNvPr>
            <p:cNvSpPr/>
            <p:nvPr/>
          </p:nvSpPr>
          <p:spPr>
            <a:xfrm>
              <a:off x="4152308" y="464236"/>
              <a:ext cx="1619075" cy="13464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Front</a:t>
              </a:r>
              <a:endParaRPr lang="ko-KR" altLang="en-US" dirty="0"/>
            </a:p>
          </p:txBody>
        </p:sp>
        <p:sp>
          <p:nvSpPr>
            <p:cNvPr id="78" name="직사각형 77">
              <a:extLst>
                <a:ext uri="{FF2B5EF4-FFF2-40B4-BE49-F238E27FC236}">
                  <a16:creationId xmlns:a16="http://schemas.microsoft.com/office/drawing/2014/main" id="{1C3404EE-01BA-EA17-FDBA-C123CA553B49}"/>
                </a:ext>
              </a:extLst>
            </p:cNvPr>
            <p:cNvSpPr/>
            <p:nvPr/>
          </p:nvSpPr>
          <p:spPr>
            <a:xfrm>
              <a:off x="3906945" y="161445"/>
              <a:ext cx="2166519" cy="187318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Frontend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0E642065-4597-3029-71FB-B92E219615A7}"/>
              </a:ext>
            </a:extLst>
          </p:cNvPr>
          <p:cNvGrpSpPr/>
          <p:nvPr/>
        </p:nvGrpSpPr>
        <p:grpSpPr>
          <a:xfrm>
            <a:off x="3906946" y="2131568"/>
            <a:ext cx="2166519" cy="3114758"/>
            <a:chOff x="3906946" y="2131568"/>
            <a:chExt cx="2166519" cy="3114758"/>
          </a:xfrm>
        </p:grpSpPr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7CB22F9-EC08-EB1A-7435-63938D497849}"/>
                </a:ext>
              </a:extLst>
            </p:cNvPr>
            <p:cNvSpPr/>
            <p:nvPr/>
          </p:nvSpPr>
          <p:spPr>
            <a:xfrm>
              <a:off x="4168078" y="2534321"/>
              <a:ext cx="1619075" cy="2406955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4D668C81-D0E2-75B1-A3E9-049238CF030C}"/>
                </a:ext>
              </a:extLst>
            </p:cNvPr>
            <p:cNvSpPr/>
            <p:nvPr/>
          </p:nvSpPr>
          <p:spPr>
            <a:xfrm>
              <a:off x="4977616" y="2609661"/>
              <a:ext cx="724840" cy="51660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Fluent-bit</a:t>
              </a:r>
              <a:endParaRPr lang="ko-KR" altLang="en-US" sz="1200" dirty="0"/>
            </a:p>
          </p:txBody>
        </p: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BA98CA5-E3E6-16CA-505F-092026C3F0A4}"/>
                </a:ext>
              </a:extLst>
            </p:cNvPr>
            <p:cNvSpPr/>
            <p:nvPr/>
          </p:nvSpPr>
          <p:spPr>
            <a:xfrm>
              <a:off x="5031460" y="4228089"/>
              <a:ext cx="724840" cy="62086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Prometheus</a:t>
              </a:r>
            </a:p>
          </p:txBody>
        </p:sp>
        <p:sp>
          <p:nvSpPr>
            <p:cNvPr id="14" name="화살표: U자형 13">
              <a:extLst>
                <a:ext uri="{FF2B5EF4-FFF2-40B4-BE49-F238E27FC236}">
                  <a16:creationId xmlns:a16="http://schemas.microsoft.com/office/drawing/2014/main" id="{F3E9DFC0-3D45-5CBA-A161-5987AF102253}"/>
                </a:ext>
              </a:extLst>
            </p:cNvPr>
            <p:cNvSpPr/>
            <p:nvPr/>
          </p:nvSpPr>
          <p:spPr>
            <a:xfrm rot="10800000">
              <a:off x="5232979" y="3045930"/>
              <a:ext cx="350925" cy="514350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화살표: U자형 14">
              <a:extLst>
                <a:ext uri="{FF2B5EF4-FFF2-40B4-BE49-F238E27FC236}">
                  <a16:creationId xmlns:a16="http://schemas.microsoft.com/office/drawing/2014/main" id="{E2636333-5ADD-9065-3C61-5F8FF6B01833}"/>
                </a:ext>
              </a:extLst>
            </p:cNvPr>
            <p:cNvSpPr/>
            <p:nvPr/>
          </p:nvSpPr>
          <p:spPr>
            <a:xfrm>
              <a:off x="5276194" y="3779522"/>
              <a:ext cx="350925" cy="514350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67" name="TextBox 66">
              <a:extLst>
                <a:ext uri="{FF2B5EF4-FFF2-40B4-BE49-F238E27FC236}">
                  <a16:creationId xmlns:a16="http://schemas.microsoft.com/office/drawing/2014/main" id="{B2F0EE72-4520-3A7B-D231-E40A061FF07B}"/>
                </a:ext>
              </a:extLst>
            </p:cNvPr>
            <p:cNvSpPr txBox="1"/>
            <p:nvPr/>
          </p:nvSpPr>
          <p:spPr>
            <a:xfrm>
              <a:off x="5034663" y="2806945"/>
              <a:ext cx="63190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Log file</a:t>
              </a:r>
            </a:p>
            <a:p>
              <a:r>
                <a:rPr lang="en-US" altLang="ko-KR" sz="900" dirty="0"/>
                <a:t>collector</a:t>
              </a:r>
              <a:endParaRPr lang="ko-KR" altLang="en-US" sz="900" dirty="0"/>
            </a:p>
          </p:txBody>
        </p:sp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6BAD683F-232D-42CF-FC4B-BB39EF88240F}"/>
                </a:ext>
              </a:extLst>
            </p:cNvPr>
            <p:cNvSpPr txBox="1"/>
            <p:nvPr/>
          </p:nvSpPr>
          <p:spPr>
            <a:xfrm>
              <a:off x="5120995" y="4456773"/>
              <a:ext cx="598241" cy="43088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Infra</a:t>
              </a:r>
            </a:p>
            <a:p>
              <a:pPr algn="ctr"/>
              <a:r>
                <a:rPr lang="en-US" altLang="ko-KR" sz="1100" dirty="0"/>
                <a:t>sensor</a:t>
              </a:r>
              <a:endParaRPr lang="ko-KR" altLang="en-US" sz="1100" dirty="0"/>
            </a:p>
          </p:txBody>
        </p:sp>
        <p:sp>
          <p:nvSpPr>
            <p:cNvPr id="77" name="직사각형 76">
              <a:extLst>
                <a:ext uri="{FF2B5EF4-FFF2-40B4-BE49-F238E27FC236}">
                  <a16:creationId xmlns:a16="http://schemas.microsoft.com/office/drawing/2014/main" id="{66613B43-5872-A6E6-697D-BFE9C03C9A01}"/>
                </a:ext>
              </a:extLst>
            </p:cNvPr>
            <p:cNvSpPr/>
            <p:nvPr/>
          </p:nvSpPr>
          <p:spPr>
            <a:xfrm>
              <a:off x="3906946" y="2131568"/>
              <a:ext cx="2166519" cy="3114758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24144AD1-F1EE-4B01-8C81-B22E204DC033}"/>
                </a:ext>
              </a:extLst>
            </p:cNvPr>
            <p:cNvSpPr/>
            <p:nvPr/>
          </p:nvSpPr>
          <p:spPr>
            <a:xfrm>
              <a:off x="5750291" y="4332914"/>
              <a:ext cx="279316" cy="430887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Thanos</a:t>
              </a:r>
              <a:endParaRPr lang="ko-KR" altLang="en-US" sz="600" dirty="0"/>
            </a:p>
          </p:txBody>
        </p:sp>
      </p:grp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DDECFE-9AA8-A8B8-3836-CB869CF85831}"/>
              </a:ext>
            </a:extLst>
          </p:cNvPr>
          <p:cNvSpPr/>
          <p:nvPr/>
        </p:nvSpPr>
        <p:spPr>
          <a:xfrm>
            <a:off x="6651907" y="976382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zipkin</a:t>
            </a:r>
            <a:endParaRPr lang="ko-KR" altLang="en-US" dirty="0"/>
          </a:p>
        </p:txBody>
      </p:sp>
      <p:sp>
        <p:nvSpPr>
          <p:cNvPr id="12" name="곱하기 기호 11">
            <a:extLst>
              <a:ext uri="{FF2B5EF4-FFF2-40B4-BE49-F238E27FC236}">
                <a16:creationId xmlns:a16="http://schemas.microsoft.com/office/drawing/2014/main" id="{4D9406EB-77DB-52CC-7F70-187C8F6AFAD1}"/>
              </a:ext>
            </a:extLst>
          </p:cNvPr>
          <p:cNvSpPr/>
          <p:nvPr/>
        </p:nvSpPr>
        <p:spPr>
          <a:xfrm>
            <a:off x="6672689" y="464236"/>
            <a:ext cx="1033770" cy="1520125"/>
          </a:xfrm>
          <a:prstGeom prst="mathMultiply">
            <a:avLst>
              <a:gd name="adj1" fmla="val 11348"/>
            </a:avLst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연결선: 꺾임 12">
            <a:extLst>
              <a:ext uri="{FF2B5EF4-FFF2-40B4-BE49-F238E27FC236}">
                <a16:creationId xmlns:a16="http://schemas.microsoft.com/office/drawing/2014/main" id="{C656BAFC-FB8F-189C-5CD6-87AE36EEED92}"/>
              </a:ext>
            </a:extLst>
          </p:cNvPr>
          <p:cNvCxnSpPr>
            <a:cxnSpLocks/>
          </p:cNvCxnSpPr>
          <p:nvPr/>
        </p:nvCxnSpPr>
        <p:spPr>
          <a:xfrm>
            <a:off x="5708731" y="2881003"/>
            <a:ext cx="949451" cy="911557"/>
          </a:xfrm>
          <a:prstGeom prst="bentConnector3">
            <a:avLst/>
          </a:prstGeom>
          <a:ln w="2222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>
            <a:extLst>
              <a:ext uri="{FF2B5EF4-FFF2-40B4-BE49-F238E27FC236}">
                <a16:creationId xmlns:a16="http://schemas.microsoft.com/office/drawing/2014/main" id="{8371CBB7-646D-9795-37B6-6C64C5D07FFD}"/>
              </a:ext>
            </a:extLst>
          </p:cNvPr>
          <p:cNvSpPr txBox="1"/>
          <p:nvPr/>
        </p:nvSpPr>
        <p:spPr>
          <a:xfrm>
            <a:off x="97491" y="128496"/>
            <a:ext cx="25138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ISP</a:t>
            </a:r>
            <a:r>
              <a:rPr lang="ko-KR" altLang="en-US" dirty="0"/>
              <a:t>의 설계요소 구조화</a:t>
            </a:r>
          </a:p>
        </p:txBody>
      </p:sp>
    </p:spTree>
    <p:extLst>
      <p:ext uri="{BB962C8B-B14F-4D97-AF65-F5344CB8AC3E}">
        <p14:creationId xmlns:p14="http://schemas.microsoft.com/office/powerpoint/2010/main" val="324564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C8E91323-744E-E3E4-2E6C-DBE31003630B}"/>
              </a:ext>
            </a:extLst>
          </p:cNvPr>
          <p:cNvGrpSpPr/>
          <p:nvPr/>
        </p:nvGrpSpPr>
        <p:grpSpPr>
          <a:xfrm>
            <a:off x="6750349" y="209030"/>
            <a:ext cx="5308302" cy="4258995"/>
            <a:chOff x="6490975" y="1061884"/>
            <a:chExt cx="5308302" cy="425899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FB02D85B-8AAC-8728-949D-C0EFF4B8C131}"/>
                </a:ext>
              </a:extLst>
            </p:cNvPr>
            <p:cNvSpPr/>
            <p:nvPr/>
          </p:nvSpPr>
          <p:spPr>
            <a:xfrm>
              <a:off x="6651907" y="2294282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jaeger</a:t>
              </a:r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6FFCEAB4-08FA-FEA5-C7DB-C6019A788245}"/>
                </a:ext>
              </a:extLst>
            </p:cNvPr>
            <p:cNvSpPr/>
            <p:nvPr/>
          </p:nvSpPr>
          <p:spPr>
            <a:xfrm>
              <a:off x="6651907" y="3521218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loki</a:t>
              </a:r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23A59A28-6C52-FE14-120C-7BF5BEFD1B08}"/>
                </a:ext>
              </a:extLst>
            </p:cNvPr>
            <p:cNvSpPr/>
            <p:nvPr/>
          </p:nvSpPr>
          <p:spPr>
            <a:xfrm>
              <a:off x="8266584" y="3780086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Object</a:t>
              </a:r>
            </a:p>
            <a:p>
              <a:pPr algn="ctr"/>
              <a:r>
                <a:rPr lang="en-US" altLang="ko-KR" dirty="0"/>
                <a:t>Storage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0B63A284-4FDD-FD8C-D112-CBAFAF1404D6}"/>
                </a:ext>
              </a:extLst>
            </p:cNvPr>
            <p:cNvSpPr/>
            <p:nvPr/>
          </p:nvSpPr>
          <p:spPr>
            <a:xfrm>
              <a:off x="8266584" y="1817782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OpenSearch</a:t>
              </a:r>
              <a:br>
                <a:rPr lang="en-US" altLang="ko-KR" dirty="0"/>
              </a:br>
              <a:r>
                <a:rPr lang="en-US" altLang="ko-KR" dirty="0"/>
                <a:t>(Elastic Search)</a:t>
              </a:r>
              <a:endParaRPr lang="ko-KR" altLang="en-US" dirty="0"/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03A14163-34BF-B970-8C33-454707DD7FC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7706459" y="3779523"/>
              <a:ext cx="560125" cy="353117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A22A5A70-1637-39B5-28B5-0E2B055B09AF}"/>
                </a:ext>
              </a:extLst>
            </p:cNvPr>
            <p:cNvSpPr/>
            <p:nvPr/>
          </p:nvSpPr>
          <p:spPr>
            <a:xfrm>
              <a:off x="10920045" y="1623250"/>
              <a:ext cx="525648" cy="3611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dirty="0"/>
                <a:t>Grafana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D8C5034C-A5C0-0912-6443-6251C573076A}"/>
                </a:ext>
              </a:extLst>
            </p:cNvPr>
            <p:cNvSpPr/>
            <p:nvPr/>
          </p:nvSpPr>
          <p:spPr>
            <a:xfrm>
              <a:off x="7552434" y="2294281"/>
              <a:ext cx="279316" cy="51434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Thanos</a:t>
              </a:r>
              <a:endParaRPr lang="ko-KR" altLang="en-US" sz="600" dirty="0"/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2283319D-F7FD-67C4-50AE-368582EBEBD1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10036419" y="2556940"/>
              <a:ext cx="883626" cy="872060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145D94AB-F8AA-9C11-B4B4-F1E760BF7E75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10036419" y="3429000"/>
              <a:ext cx="883626" cy="109024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927406C-6699-CC86-C068-E0BAB39B2523}"/>
                </a:ext>
              </a:extLst>
            </p:cNvPr>
            <p:cNvSpPr/>
            <p:nvPr/>
          </p:nvSpPr>
          <p:spPr>
            <a:xfrm>
              <a:off x="6490975" y="1061884"/>
              <a:ext cx="5308302" cy="425899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MGMT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661E8EB4-B612-EB06-F197-5C5593055471}"/>
              </a:ext>
            </a:extLst>
          </p:cNvPr>
          <p:cNvGrpSpPr/>
          <p:nvPr/>
        </p:nvGrpSpPr>
        <p:grpSpPr>
          <a:xfrm>
            <a:off x="6756725" y="4600927"/>
            <a:ext cx="2545538" cy="1321135"/>
            <a:chOff x="6497351" y="5506092"/>
            <a:chExt cx="5308302" cy="132113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48DC1EEC-A17C-31ED-22E1-F59AE855B9A6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- </a:t>
              </a:r>
              <a:r>
                <a:rPr lang="en-US" altLang="ko-KR" dirty="0" err="1"/>
                <a:t>cubrid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49711E3E-42F7-887C-1491-F48F04563789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Database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11330F6B-E05D-6A77-C526-A3CDDC3628BF}"/>
              </a:ext>
            </a:extLst>
          </p:cNvPr>
          <p:cNvSpPr/>
          <p:nvPr/>
        </p:nvSpPr>
        <p:spPr>
          <a:xfrm>
            <a:off x="3919919" y="241222"/>
            <a:ext cx="45719" cy="64189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A0FDE459-ADEE-E7D1-B53B-235760BD3CE1}"/>
              </a:ext>
            </a:extLst>
          </p:cNvPr>
          <p:cNvGrpSpPr/>
          <p:nvPr/>
        </p:nvGrpSpPr>
        <p:grpSpPr>
          <a:xfrm>
            <a:off x="1635943" y="1245672"/>
            <a:ext cx="2166519" cy="1873184"/>
            <a:chOff x="3906945" y="161445"/>
            <a:chExt cx="2166519" cy="1873184"/>
          </a:xfrm>
        </p:grpSpPr>
        <p:sp>
          <p:nvSpPr>
            <p:cNvPr id="31" name="직사각형 30">
              <a:extLst>
                <a:ext uri="{FF2B5EF4-FFF2-40B4-BE49-F238E27FC236}">
                  <a16:creationId xmlns:a16="http://schemas.microsoft.com/office/drawing/2014/main" id="{9E47E507-F77E-EFF5-1EFD-D098B36AC1B8}"/>
                </a:ext>
              </a:extLst>
            </p:cNvPr>
            <p:cNvSpPr/>
            <p:nvPr/>
          </p:nvSpPr>
          <p:spPr>
            <a:xfrm>
              <a:off x="4152308" y="464236"/>
              <a:ext cx="1619075" cy="1346433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Front</a:t>
              </a:r>
              <a:endParaRPr lang="ko-KR" altLang="en-US" dirty="0"/>
            </a:p>
          </p:txBody>
        </p:sp>
        <p:sp>
          <p:nvSpPr>
            <p:cNvPr id="32" name="직사각형 31">
              <a:extLst>
                <a:ext uri="{FF2B5EF4-FFF2-40B4-BE49-F238E27FC236}">
                  <a16:creationId xmlns:a16="http://schemas.microsoft.com/office/drawing/2014/main" id="{3041B232-3724-DE90-F9FB-6BEABC6EAC23}"/>
                </a:ext>
              </a:extLst>
            </p:cNvPr>
            <p:cNvSpPr/>
            <p:nvPr/>
          </p:nvSpPr>
          <p:spPr>
            <a:xfrm>
              <a:off x="3906945" y="161445"/>
              <a:ext cx="2166519" cy="1873184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Frontend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34A57B3E-E5BF-E9A1-B453-860BDB063C24}"/>
              </a:ext>
            </a:extLst>
          </p:cNvPr>
          <p:cNvSpPr/>
          <p:nvPr/>
        </p:nvSpPr>
        <p:spPr>
          <a:xfrm>
            <a:off x="1191535" y="241222"/>
            <a:ext cx="292837" cy="64189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b="1" dirty="0"/>
              <a:t>W A F</a:t>
            </a:r>
            <a:endParaRPr lang="ko-KR" altLang="en-US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DE1F5F4-6EAC-0FB8-859E-D9A16B3A0E66}"/>
              </a:ext>
            </a:extLst>
          </p:cNvPr>
          <p:cNvGrpSpPr/>
          <p:nvPr/>
        </p:nvGrpSpPr>
        <p:grpSpPr>
          <a:xfrm>
            <a:off x="9614388" y="4600927"/>
            <a:ext cx="2444263" cy="1321135"/>
            <a:chOff x="6497351" y="5506092"/>
            <a:chExt cx="5308302" cy="132113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8D0CEE5A-2E0C-9E85-0A2D-658E963524CA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Gitea</a:t>
              </a:r>
              <a:r>
                <a:rPr lang="en-US" altLang="ko-KR" dirty="0"/>
                <a:t>/</a:t>
              </a:r>
              <a:r>
                <a:rPr lang="en-US" altLang="ko-KR" dirty="0" err="1"/>
                <a:t>hobor</a:t>
              </a:r>
              <a:r>
                <a:rPr lang="en-US" altLang="ko-KR" dirty="0"/>
                <a:t>/…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B0EF0ED8-1EF3-84C2-4F7D-2E13709223F5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CI/CD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38" name="직사각형 37">
            <a:extLst>
              <a:ext uri="{FF2B5EF4-FFF2-40B4-BE49-F238E27FC236}">
                <a16:creationId xmlns:a16="http://schemas.microsoft.com/office/drawing/2014/main" id="{EDC1A7B1-FE1D-08CF-F957-FA4ABDA68697}"/>
              </a:ext>
            </a:extLst>
          </p:cNvPr>
          <p:cNvSpPr/>
          <p:nvPr/>
        </p:nvSpPr>
        <p:spPr>
          <a:xfrm>
            <a:off x="4155588" y="4405167"/>
            <a:ext cx="946878" cy="1173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</a:t>
            </a:r>
          </a:p>
          <a:p>
            <a:pPr algn="ctr"/>
            <a:r>
              <a:rPr lang="en-US" altLang="ko-KR" dirty="0"/>
              <a:t>G/W</a:t>
            </a:r>
            <a:endParaRPr lang="ko-KR" altLang="en-US" dirty="0"/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05FE03D3-29EA-5EF4-78E7-0E2CB666A9AB}"/>
              </a:ext>
            </a:extLst>
          </p:cNvPr>
          <p:cNvSpPr/>
          <p:nvPr/>
        </p:nvSpPr>
        <p:spPr>
          <a:xfrm>
            <a:off x="2759650" y="4405167"/>
            <a:ext cx="946878" cy="117377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API</a:t>
            </a:r>
          </a:p>
          <a:p>
            <a:pPr algn="ctr"/>
            <a:r>
              <a:rPr lang="en-US" altLang="ko-KR" dirty="0"/>
              <a:t>G/W</a:t>
            </a:r>
            <a:endParaRPr lang="ko-KR" altLang="en-US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768D36B8-F75C-9053-7281-E4F7BBF25231}"/>
              </a:ext>
            </a:extLst>
          </p:cNvPr>
          <p:cNvSpPr/>
          <p:nvPr/>
        </p:nvSpPr>
        <p:spPr>
          <a:xfrm>
            <a:off x="52590" y="2916554"/>
            <a:ext cx="697666" cy="755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Browser</a:t>
            </a:r>
            <a:endParaRPr lang="ko-KR" altLang="en-US" sz="10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F68371A-1B9F-FF7F-73E2-C398B70E4760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50256" y="3294232"/>
            <a:ext cx="4412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40285EC9-2146-FFD5-0F0B-5878E6FE546E}"/>
              </a:ext>
            </a:extLst>
          </p:cNvPr>
          <p:cNvCxnSpPr>
            <a:cxnSpLocks/>
            <a:stCxn id="39" idx="2"/>
            <a:endCxn id="29" idx="0"/>
          </p:cNvCxnSpPr>
          <p:nvPr/>
        </p:nvCxnSpPr>
        <p:spPr>
          <a:xfrm>
            <a:off x="3233089" y="5578940"/>
            <a:ext cx="118811" cy="3431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4A5C6814-B4D9-D511-32DF-0BCBBB77CF17}"/>
              </a:ext>
            </a:extLst>
          </p:cNvPr>
          <p:cNvGrpSpPr/>
          <p:nvPr/>
        </p:nvGrpSpPr>
        <p:grpSpPr>
          <a:xfrm>
            <a:off x="2973831" y="5922062"/>
            <a:ext cx="1937895" cy="738111"/>
            <a:chOff x="2973831" y="5922062"/>
            <a:chExt cx="1937895" cy="73811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B9E5BB9-5A17-DF94-41FD-42A17BA70E62}"/>
                </a:ext>
              </a:extLst>
            </p:cNvPr>
            <p:cNvSpPr/>
            <p:nvPr/>
          </p:nvSpPr>
          <p:spPr>
            <a:xfrm>
              <a:off x="4155588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F6A18A6E-E1D0-F36D-1B2A-157C0E8C9B05}"/>
                </a:ext>
              </a:extLst>
            </p:cNvPr>
            <p:cNvSpPr/>
            <p:nvPr/>
          </p:nvSpPr>
          <p:spPr>
            <a:xfrm>
              <a:off x="2973831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8E057D0D-A965-6BCB-A78A-F71840D74DC6}"/>
                </a:ext>
              </a:extLst>
            </p:cNvPr>
            <p:cNvCxnSpPr>
              <a:stCxn id="29" idx="3"/>
              <a:endCxn id="27" idx="1"/>
            </p:cNvCxnSpPr>
            <p:nvPr/>
          </p:nvCxnSpPr>
          <p:spPr>
            <a:xfrm>
              <a:off x="3729969" y="6291118"/>
              <a:ext cx="425619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07554A4D-18F5-52F4-4171-08F9F23B26B3}"/>
              </a:ext>
            </a:extLst>
          </p:cNvPr>
          <p:cNvCxnSpPr>
            <a:cxnSpLocks/>
            <a:stCxn id="27" idx="0"/>
            <a:endCxn id="38" idx="2"/>
          </p:cNvCxnSpPr>
          <p:nvPr/>
        </p:nvCxnSpPr>
        <p:spPr>
          <a:xfrm flipV="1">
            <a:off x="4533657" y="5578940"/>
            <a:ext cx="95370" cy="343122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3D9E2C67-D697-518E-4DB4-3BADAFD1C0C1}"/>
              </a:ext>
            </a:extLst>
          </p:cNvPr>
          <p:cNvCxnSpPr>
            <a:cxnSpLocks/>
            <a:stCxn id="38" idx="0"/>
            <a:endCxn id="58" idx="2"/>
          </p:cNvCxnSpPr>
          <p:nvPr/>
        </p:nvCxnSpPr>
        <p:spPr>
          <a:xfrm flipV="1">
            <a:off x="4629027" y="4186805"/>
            <a:ext cx="689987" cy="21836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E2F25717-CE5B-4444-E165-385A7DE9C8B1}"/>
              </a:ext>
            </a:extLst>
          </p:cNvPr>
          <p:cNvCxnSpPr>
            <a:stCxn id="19" idx="3"/>
            <a:endCxn id="4" idx="1"/>
          </p:cNvCxnSpPr>
          <p:nvPr/>
        </p:nvCxnSpPr>
        <p:spPr>
          <a:xfrm>
            <a:off x="6031265" y="1838564"/>
            <a:ext cx="880016" cy="1088105"/>
          </a:xfrm>
          <a:prstGeom prst="bentConnector3">
            <a:avLst>
              <a:gd name="adj1" fmla="val 65986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DA5AAC2-0E5A-88CC-068D-6D8E3B81A61E}"/>
              </a:ext>
            </a:extLst>
          </p:cNvPr>
          <p:cNvCxnSpPr>
            <a:stCxn id="20" idx="3"/>
          </p:cNvCxnSpPr>
          <p:nvPr/>
        </p:nvCxnSpPr>
        <p:spPr>
          <a:xfrm>
            <a:off x="6045545" y="3527065"/>
            <a:ext cx="24408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0AB66C41-828E-BD24-A594-E0320DC58000}"/>
              </a:ext>
            </a:extLst>
          </p:cNvPr>
          <p:cNvCxnSpPr/>
          <p:nvPr/>
        </p:nvCxnSpPr>
        <p:spPr>
          <a:xfrm>
            <a:off x="6048045" y="1704576"/>
            <a:ext cx="8632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8DD83BF-0513-F9BE-D505-01DD7F3C3245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8091124" y="1698602"/>
            <a:ext cx="434834" cy="5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D73AAF8B-3C8E-55F8-C00E-74E82DF2629C}"/>
              </a:ext>
            </a:extLst>
          </p:cNvPr>
          <p:cNvGrpSpPr/>
          <p:nvPr/>
        </p:nvGrpSpPr>
        <p:grpSpPr>
          <a:xfrm>
            <a:off x="6633796" y="3776296"/>
            <a:ext cx="207010" cy="1709168"/>
            <a:chOff x="6633796" y="3776296"/>
            <a:chExt cx="207010" cy="1709168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C09EE91A-E1C2-5B8E-BCEA-50843BBC90F4}"/>
                </a:ext>
              </a:extLst>
            </p:cNvPr>
            <p:cNvCxnSpPr>
              <a:cxnSpLocks/>
            </p:cNvCxnSpPr>
            <p:nvPr/>
          </p:nvCxnSpPr>
          <p:spPr>
            <a:xfrm>
              <a:off x="6633796" y="3776296"/>
              <a:ext cx="0" cy="170916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849C372E-A9C1-05EE-99EB-F1F4725BC7CD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6633796" y="5472276"/>
              <a:ext cx="20701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1F8B6A6D-89C1-2B41-6342-EE0E9F0AAAAF}"/>
              </a:ext>
            </a:extLst>
          </p:cNvPr>
          <p:cNvGrpSpPr/>
          <p:nvPr/>
        </p:nvGrpSpPr>
        <p:grpSpPr>
          <a:xfrm>
            <a:off x="4134768" y="1094257"/>
            <a:ext cx="2516613" cy="3148213"/>
            <a:chOff x="4134768" y="1094257"/>
            <a:chExt cx="2516613" cy="31482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4F11635-9E73-AD05-D3A2-588B4C678B67}"/>
                </a:ext>
              </a:extLst>
            </p:cNvPr>
            <p:cNvSpPr/>
            <p:nvPr/>
          </p:nvSpPr>
          <p:spPr>
            <a:xfrm>
              <a:off x="4496887" y="1501336"/>
              <a:ext cx="1619075" cy="24328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A76E5450-880C-748B-CC19-937EC2BA7F2D}"/>
                </a:ext>
              </a:extLst>
            </p:cNvPr>
            <p:cNvSpPr/>
            <p:nvPr/>
          </p:nvSpPr>
          <p:spPr>
            <a:xfrm>
              <a:off x="5306425" y="1577485"/>
              <a:ext cx="724840" cy="52215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Fluent-bit</a:t>
              </a:r>
              <a:endParaRPr lang="ko-KR" altLang="en-US" sz="12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8F971DD8-1E94-D0C2-9121-6140BE5179E2}"/>
                </a:ext>
              </a:extLst>
            </p:cNvPr>
            <p:cNvSpPr/>
            <p:nvPr/>
          </p:nvSpPr>
          <p:spPr>
            <a:xfrm>
              <a:off x="5320705" y="3213296"/>
              <a:ext cx="724840" cy="6275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Prometheus</a:t>
              </a:r>
            </a:p>
          </p:txBody>
        </p:sp>
        <p:sp>
          <p:nvSpPr>
            <p:cNvPr id="21" name="화살표: U자형 20">
              <a:extLst>
                <a:ext uri="{FF2B5EF4-FFF2-40B4-BE49-F238E27FC236}">
                  <a16:creationId xmlns:a16="http://schemas.microsoft.com/office/drawing/2014/main" id="{CE459F67-30AE-0091-A015-E8E47B9A7E4C}"/>
                </a:ext>
              </a:extLst>
            </p:cNvPr>
            <p:cNvSpPr/>
            <p:nvPr/>
          </p:nvSpPr>
          <p:spPr>
            <a:xfrm rot="10800000">
              <a:off x="5561788" y="2018440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U자형 21">
              <a:extLst>
                <a:ext uri="{FF2B5EF4-FFF2-40B4-BE49-F238E27FC236}">
                  <a16:creationId xmlns:a16="http://schemas.microsoft.com/office/drawing/2014/main" id="{3728CDD8-B347-D513-E620-1A3B24F489F2}"/>
                </a:ext>
              </a:extLst>
            </p:cNvPr>
            <p:cNvSpPr/>
            <p:nvPr/>
          </p:nvSpPr>
          <p:spPr>
            <a:xfrm>
              <a:off x="5605003" y="2759911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960C5490-C8D1-16AD-0315-64EB2212B120}"/>
                </a:ext>
              </a:extLst>
            </p:cNvPr>
            <p:cNvSpPr txBox="1"/>
            <p:nvPr/>
          </p:nvSpPr>
          <p:spPr>
            <a:xfrm>
              <a:off x="5363472" y="1776888"/>
              <a:ext cx="631904" cy="373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Log file</a:t>
              </a:r>
            </a:p>
            <a:p>
              <a:r>
                <a:rPr lang="en-US" altLang="ko-KR" sz="900" dirty="0"/>
                <a:t>collector</a:t>
              </a:r>
              <a:endParaRPr lang="ko-KR" altLang="en-US" sz="9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0800C6F8-720D-2023-B427-F7656AA050A5}"/>
                </a:ext>
              </a:extLst>
            </p:cNvPr>
            <p:cNvSpPr txBox="1"/>
            <p:nvPr/>
          </p:nvSpPr>
          <p:spPr>
            <a:xfrm>
              <a:off x="5449804" y="3444437"/>
              <a:ext cx="598241" cy="435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Infra</a:t>
              </a:r>
            </a:p>
            <a:p>
              <a:pPr algn="ctr"/>
              <a:r>
                <a:rPr lang="en-US" altLang="ko-KR" sz="1100" dirty="0"/>
                <a:t>sensor</a:t>
              </a:r>
              <a:endParaRPr lang="ko-KR" altLang="en-US" sz="11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4EDB04D1-4851-C368-A331-C9E3D8F64AA4}"/>
                </a:ext>
              </a:extLst>
            </p:cNvPr>
            <p:cNvSpPr/>
            <p:nvPr/>
          </p:nvSpPr>
          <p:spPr>
            <a:xfrm>
              <a:off x="4134768" y="1094257"/>
              <a:ext cx="2375935" cy="31482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4EDEB0EE-1888-8EB0-690D-E84E577C7669}"/>
                </a:ext>
              </a:extLst>
            </p:cNvPr>
            <p:cNvSpPr/>
            <p:nvPr/>
          </p:nvSpPr>
          <p:spPr>
            <a:xfrm>
              <a:off x="4495451" y="4003531"/>
              <a:ext cx="1647125" cy="18327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ISTIO ingress = API/GW</a:t>
              </a:r>
              <a:endParaRPr lang="ko-KR" altLang="en-US" sz="1050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229FBE29-D3F6-14BC-88B2-1DC1748221E3}"/>
                </a:ext>
              </a:extLst>
            </p:cNvPr>
            <p:cNvGrpSpPr/>
            <p:nvPr/>
          </p:nvGrpSpPr>
          <p:grpSpPr>
            <a:xfrm>
              <a:off x="4155940" y="1501337"/>
              <a:ext cx="346249" cy="2432807"/>
              <a:chOff x="4177920" y="1501337"/>
              <a:chExt cx="346249" cy="243280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52C72EEB-1DA4-A5A4-73D4-1477E842B5FD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226AD1A7-ECBD-AC40-ECD2-B8643F2D0742}"/>
                  </a:ext>
                </a:extLst>
              </p:cNvPr>
              <p:cNvSpPr txBox="1"/>
              <p:nvPr/>
            </p:nvSpPr>
            <p:spPr>
              <a:xfrm>
                <a:off x="4177920" y="2015864"/>
                <a:ext cx="346249" cy="14260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service discovery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7B302BCE-C277-7884-B0D4-32AC4EA36A09}"/>
                </a:ext>
              </a:extLst>
            </p:cNvPr>
            <p:cNvCxnSpPr>
              <a:cxnSpLocks/>
            </p:cNvCxnSpPr>
            <p:nvPr/>
          </p:nvCxnSpPr>
          <p:spPr>
            <a:xfrm>
              <a:off x="6115962" y="3776296"/>
              <a:ext cx="53541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2D2A6A34-D7DB-0225-3CE5-25DC88D4C3AC}"/>
                </a:ext>
              </a:extLst>
            </p:cNvPr>
            <p:cNvGrpSpPr/>
            <p:nvPr/>
          </p:nvGrpSpPr>
          <p:grpSpPr>
            <a:xfrm>
              <a:off x="6142390" y="1501337"/>
              <a:ext cx="346249" cy="2432807"/>
              <a:chOff x="4177920" y="1501337"/>
              <a:chExt cx="346249" cy="2432807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4E623DDD-7ACF-0FA3-64D2-FB15502863D2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8ED7032-3639-3701-8297-C5A0E727801D}"/>
                  </a:ext>
                </a:extLst>
              </p:cNvPr>
              <p:cNvSpPr txBox="1"/>
              <p:nvPr/>
            </p:nvSpPr>
            <p:spPr>
              <a:xfrm>
                <a:off x="4177920" y="2367496"/>
                <a:ext cx="346249" cy="784830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egress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ADBFC11B-5861-A35D-7955-C91862C13080}"/>
              </a:ext>
            </a:extLst>
          </p:cNvPr>
          <p:cNvCxnSpPr>
            <a:cxnSpLocks/>
            <a:endCxn id="39" idx="1"/>
          </p:cNvCxnSpPr>
          <p:nvPr/>
        </p:nvCxnSpPr>
        <p:spPr>
          <a:xfrm>
            <a:off x="1484372" y="4992054"/>
            <a:ext cx="127527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719715AD-ADEF-FA1D-8C77-09B4AF9AF1D1}"/>
              </a:ext>
            </a:extLst>
          </p:cNvPr>
          <p:cNvCxnSpPr>
            <a:cxnSpLocks/>
            <a:endCxn id="31" idx="1"/>
          </p:cNvCxnSpPr>
          <p:nvPr/>
        </p:nvCxnSpPr>
        <p:spPr>
          <a:xfrm>
            <a:off x="1505544" y="2221680"/>
            <a:ext cx="375762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99403067-3AB1-F4B8-733C-BDC1FBD6A221}"/>
              </a:ext>
            </a:extLst>
          </p:cNvPr>
          <p:cNvSpPr txBox="1"/>
          <p:nvPr/>
        </p:nvSpPr>
        <p:spPr>
          <a:xfrm>
            <a:off x="7008137" y="2965257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</a:rPr>
              <a:t>Biz log </a:t>
            </a:r>
            <a:r>
              <a:rPr lang="ko-KR" altLang="en-US" sz="1050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6636B37E-1844-6375-CD7F-F29F20A2869E}"/>
              </a:ext>
            </a:extLst>
          </p:cNvPr>
          <p:cNvSpPr txBox="1"/>
          <p:nvPr/>
        </p:nvSpPr>
        <p:spPr>
          <a:xfrm>
            <a:off x="6823928" y="1219528"/>
            <a:ext cx="13484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분산 </a:t>
            </a:r>
            <a:r>
              <a:rPr lang="en-US" altLang="ko-KR" sz="1000" dirty="0"/>
              <a:t>traffic log </a:t>
            </a:r>
            <a:r>
              <a:rPr lang="ko-KR" altLang="en-US" sz="1000" dirty="0"/>
              <a:t>수집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5AD5958-BFAB-7965-8781-464CA0F8DC03}"/>
              </a:ext>
            </a:extLst>
          </p:cNvPr>
          <p:cNvSpPr txBox="1"/>
          <p:nvPr/>
        </p:nvSpPr>
        <p:spPr>
          <a:xfrm>
            <a:off x="6864061" y="3527657"/>
            <a:ext cx="1407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서버상태 </a:t>
            </a:r>
            <a:r>
              <a:rPr lang="en-US" altLang="ko-KR" sz="1000" dirty="0"/>
              <a:t>metric </a:t>
            </a:r>
            <a:r>
              <a:rPr lang="ko-KR" altLang="en-US" sz="1000" dirty="0"/>
              <a:t>수집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6B8278BE-E054-59A4-3061-C3DF46B1A39B}"/>
              </a:ext>
            </a:extLst>
          </p:cNvPr>
          <p:cNvSpPr/>
          <p:nvPr/>
        </p:nvSpPr>
        <p:spPr>
          <a:xfrm>
            <a:off x="101356" y="3943506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B82C297D-07CA-EAF1-940F-E08BCFACF057}"/>
              </a:ext>
            </a:extLst>
          </p:cNvPr>
          <p:cNvCxnSpPr>
            <a:cxnSpLocks/>
          </p:cNvCxnSpPr>
          <p:nvPr/>
        </p:nvCxnSpPr>
        <p:spPr>
          <a:xfrm flipV="1">
            <a:off x="693066" y="4630880"/>
            <a:ext cx="498469" cy="4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A16A26EC-F115-7BD1-0D3B-68DD345FFF16}"/>
              </a:ext>
            </a:extLst>
          </p:cNvPr>
          <p:cNvSpPr txBox="1"/>
          <p:nvPr/>
        </p:nvSpPr>
        <p:spPr>
          <a:xfrm>
            <a:off x="-67212" y="0"/>
            <a:ext cx="29016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ALT-1 </a:t>
            </a:r>
            <a:r>
              <a:rPr lang="ko-KR" altLang="en-US" b="1" dirty="0"/>
              <a:t>정형화 </a:t>
            </a:r>
            <a:r>
              <a:rPr lang="en-US" altLang="ko-KR" b="1" dirty="0"/>
              <a:t>- ISP</a:t>
            </a:r>
            <a:r>
              <a:rPr lang="ko-KR" altLang="en-US" b="1" dirty="0"/>
              <a:t>설계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CB309B47-9BE7-8856-3DDF-86BA018B25E3}"/>
              </a:ext>
            </a:extLst>
          </p:cNvPr>
          <p:cNvSpPr/>
          <p:nvPr/>
        </p:nvSpPr>
        <p:spPr>
          <a:xfrm>
            <a:off x="6907692" y="465217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접근제어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346229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6876BE-2DC7-D490-F618-3DDE1524F8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7FB39D40-CEA6-F8E5-4685-7AE25C3575D3}"/>
              </a:ext>
            </a:extLst>
          </p:cNvPr>
          <p:cNvGrpSpPr/>
          <p:nvPr/>
        </p:nvGrpSpPr>
        <p:grpSpPr>
          <a:xfrm>
            <a:off x="6750349" y="209030"/>
            <a:ext cx="5308302" cy="4258995"/>
            <a:chOff x="6490975" y="1061884"/>
            <a:chExt cx="5308302" cy="425899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BDD8DF47-857F-4645-8C09-57781108336B}"/>
                </a:ext>
              </a:extLst>
            </p:cNvPr>
            <p:cNvSpPr/>
            <p:nvPr/>
          </p:nvSpPr>
          <p:spPr>
            <a:xfrm>
              <a:off x="6651907" y="2294282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jaeger</a:t>
              </a:r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888D3F5F-8DFF-DD70-6401-A80164E87A00}"/>
                </a:ext>
              </a:extLst>
            </p:cNvPr>
            <p:cNvSpPr/>
            <p:nvPr/>
          </p:nvSpPr>
          <p:spPr>
            <a:xfrm>
              <a:off x="6651907" y="3521218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loki</a:t>
              </a:r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C0BCB026-25E7-5999-B3B0-9DD005B62E86}"/>
                </a:ext>
              </a:extLst>
            </p:cNvPr>
            <p:cNvSpPr/>
            <p:nvPr/>
          </p:nvSpPr>
          <p:spPr>
            <a:xfrm>
              <a:off x="8266584" y="3780086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Object</a:t>
              </a:r>
            </a:p>
            <a:p>
              <a:pPr algn="ctr"/>
              <a:r>
                <a:rPr lang="en-US" altLang="ko-KR" dirty="0"/>
                <a:t>Storage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87FBAF15-8BA1-6DCE-C033-67524AB2579A}"/>
                </a:ext>
              </a:extLst>
            </p:cNvPr>
            <p:cNvSpPr/>
            <p:nvPr/>
          </p:nvSpPr>
          <p:spPr>
            <a:xfrm>
              <a:off x="8266584" y="1817782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OpenSearch</a:t>
              </a:r>
              <a:br>
                <a:rPr lang="en-US" altLang="ko-KR" dirty="0"/>
              </a:br>
              <a:r>
                <a:rPr lang="en-US" altLang="ko-KR" dirty="0"/>
                <a:t>(Elastic Search)</a:t>
              </a:r>
              <a:endParaRPr lang="ko-KR" altLang="en-US" dirty="0"/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564CE329-234A-5553-43FB-920AEDC39E6A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7706459" y="3779523"/>
              <a:ext cx="560125" cy="353117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1058576D-1AE0-F3CB-CBBF-14DFD52F2CBA}"/>
                </a:ext>
              </a:extLst>
            </p:cNvPr>
            <p:cNvSpPr/>
            <p:nvPr/>
          </p:nvSpPr>
          <p:spPr>
            <a:xfrm>
              <a:off x="10920045" y="1623250"/>
              <a:ext cx="525648" cy="3611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dirty="0"/>
                <a:t>Grafana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3D5826B6-85B4-6B4D-FE33-F177811F9FEE}"/>
                </a:ext>
              </a:extLst>
            </p:cNvPr>
            <p:cNvSpPr/>
            <p:nvPr/>
          </p:nvSpPr>
          <p:spPr>
            <a:xfrm>
              <a:off x="7552434" y="2294281"/>
              <a:ext cx="279316" cy="51434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Thanos</a:t>
              </a:r>
              <a:endParaRPr lang="ko-KR" altLang="en-US" sz="600" dirty="0"/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ED7876F2-27BC-6C42-630C-E50E0004D4CF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10036419" y="2556940"/>
              <a:ext cx="883626" cy="872060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6EB9DCC1-6016-6DC7-0865-03ADD4CAF799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10036419" y="3429000"/>
              <a:ext cx="883626" cy="109024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6734866D-D77F-1388-8FEF-D43B76FD60DB}"/>
                </a:ext>
              </a:extLst>
            </p:cNvPr>
            <p:cNvSpPr/>
            <p:nvPr/>
          </p:nvSpPr>
          <p:spPr>
            <a:xfrm>
              <a:off x="6490975" y="1061884"/>
              <a:ext cx="5308302" cy="425899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MGMT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BF3EE6F5-8A47-282C-D842-6DCBA0879FBD}"/>
              </a:ext>
            </a:extLst>
          </p:cNvPr>
          <p:cNvGrpSpPr/>
          <p:nvPr/>
        </p:nvGrpSpPr>
        <p:grpSpPr>
          <a:xfrm>
            <a:off x="6756725" y="4600927"/>
            <a:ext cx="2545538" cy="1321135"/>
            <a:chOff x="6497351" y="5506092"/>
            <a:chExt cx="5308302" cy="132113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5D45A02F-6211-AFA9-F5DC-94F66CC5AF65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- </a:t>
              </a:r>
              <a:r>
                <a:rPr lang="en-US" altLang="ko-KR" dirty="0" err="1"/>
                <a:t>cubrid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7451D774-F539-CF9C-6FF0-90EF3DFFED52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Database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AC488094-982F-58D1-F7C5-08D0388467C3}"/>
              </a:ext>
            </a:extLst>
          </p:cNvPr>
          <p:cNvSpPr/>
          <p:nvPr/>
        </p:nvSpPr>
        <p:spPr>
          <a:xfrm>
            <a:off x="3919919" y="241222"/>
            <a:ext cx="45719" cy="64189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E5A589A-655B-B953-97A1-3A46C2A3710F}"/>
              </a:ext>
            </a:extLst>
          </p:cNvPr>
          <p:cNvSpPr/>
          <p:nvPr/>
        </p:nvSpPr>
        <p:spPr>
          <a:xfrm>
            <a:off x="2216097" y="1698602"/>
            <a:ext cx="1521421" cy="13464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Front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D9E2DC11-BAE1-9DBB-5167-48732BD1DE56}"/>
              </a:ext>
            </a:extLst>
          </p:cNvPr>
          <p:cNvSpPr/>
          <p:nvPr/>
        </p:nvSpPr>
        <p:spPr>
          <a:xfrm>
            <a:off x="1635943" y="1245672"/>
            <a:ext cx="2166519" cy="2091009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Frontend K8S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AEB5DCD9-8611-326B-3816-182B23837A5E}"/>
              </a:ext>
            </a:extLst>
          </p:cNvPr>
          <p:cNvSpPr/>
          <p:nvPr/>
        </p:nvSpPr>
        <p:spPr>
          <a:xfrm>
            <a:off x="1191535" y="241222"/>
            <a:ext cx="292837" cy="64189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b="1" dirty="0"/>
              <a:t>W A F</a:t>
            </a:r>
            <a:endParaRPr lang="ko-KR" altLang="en-US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CD00E05-F63F-4AB5-1ABA-899E27321D5F}"/>
              </a:ext>
            </a:extLst>
          </p:cNvPr>
          <p:cNvGrpSpPr/>
          <p:nvPr/>
        </p:nvGrpSpPr>
        <p:grpSpPr>
          <a:xfrm>
            <a:off x="9614388" y="4600927"/>
            <a:ext cx="2444263" cy="1321135"/>
            <a:chOff x="6497351" y="5506092"/>
            <a:chExt cx="5308302" cy="132113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A0D706E7-98BE-2152-B25E-350571E81162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Gitea</a:t>
              </a:r>
              <a:r>
                <a:rPr lang="en-US" altLang="ko-KR" dirty="0"/>
                <a:t>/</a:t>
              </a:r>
              <a:r>
                <a:rPr lang="en-US" altLang="ko-KR" dirty="0" err="1"/>
                <a:t>hobor</a:t>
              </a:r>
              <a:r>
                <a:rPr lang="en-US" altLang="ko-KR" dirty="0"/>
                <a:t>/…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6FDBEC49-5150-6F0F-04A4-90B0CABFFA85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CI/CD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D4626E93-92D6-7315-7507-BB7612D231E4}"/>
              </a:ext>
            </a:extLst>
          </p:cNvPr>
          <p:cNvSpPr/>
          <p:nvPr/>
        </p:nvSpPr>
        <p:spPr>
          <a:xfrm>
            <a:off x="52590" y="2916554"/>
            <a:ext cx="697666" cy="755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Browser</a:t>
            </a:r>
            <a:endParaRPr lang="ko-KR" altLang="en-US" sz="10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690C57FE-06BD-4AA2-DB4F-84927706DCEE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50256" y="3294232"/>
            <a:ext cx="4412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A97A1536-254E-2736-AB43-3FABF72D3572}"/>
              </a:ext>
            </a:extLst>
          </p:cNvPr>
          <p:cNvGrpSpPr/>
          <p:nvPr/>
        </p:nvGrpSpPr>
        <p:grpSpPr>
          <a:xfrm>
            <a:off x="2973831" y="5922062"/>
            <a:ext cx="1937895" cy="738111"/>
            <a:chOff x="2973831" y="5922062"/>
            <a:chExt cx="1937895" cy="73811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E3AA5DB1-F409-54F8-D5B1-6E482A3210CD}"/>
                </a:ext>
              </a:extLst>
            </p:cNvPr>
            <p:cNvSpPr/>
            <p:nvPr/>
          </p:nvSpPr>
          <p:spPr>
            <a:xfrm>
              <a:off x="4155588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AC91C1A8-D17F-2AB7-6D36-9ACB4183082D}"/>
                </a:ext>
              </a:extLst>
            </p:cNvPr>
            <p:cNvSpPr/>
            <p:nvPr/>
          </p:nvSpPr>
          <p:spPr>
            <a:xfrm>
              <a:off x="2973831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498C61E5-59ED-DA4F-D0A2-1FFD03B79E2C}"/>
                </a:ext>
              </a:extLst>
            </p:cNvPr>
            <p:cNvCxnSpPr>
              <a:stCxn id="29" idx="3"/>
              <a:endCxn id="27" idx="1"/>
            </p:cNvCxnSpPr>
            <p:nvPr/>
          </p:nvCxnSpPr>
          <p:spPr>
            <a:xfrm>
              <a:off x="3729969" y="6291118"/>
              <a:ext cx="425619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488A1B8-7EE7-47F5-791D-9FFB3F1CF089}"/>
              </a:ext>
            </a:extLst>
          </p:cNvPr>
          <p:cNvCxnSpPr>
            <a:cxnSpLocks/>
            <a:stCxn id="27" idx="0"/>
            <a:endCxn id="58" idx="2"/>
          </p:cNvCxnSpPr>
          <p:nvPr/>
        </p:nvCxnSpPr>
        <p:spPr>
          <a:xfrm flipV="1">
            <a:off x="4533657" y="4186805"/>
            <a:ext cx="785357" cy="17352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2BAEAEC8-3A2E-740A-B097-DFB9EE53F790}"/>
              </a:ext>
            </a:extLst>
          </p:cNvPr>
          <p:cNvCxnSpPr>
            <a:stCxn id="19" idx="3"/>
            <a:endCxn id="4" idx="1"/>
          </p:cNvCxnSpPr>
          <p:nvPr/>
        </p:nvCxnSpPr>
        <p:spPr>
          <a:xfrm>
            <a:off x="6031265" y="1838564"/>
            <a:ext cx="880016" cy="1088105"/>
          </a:xfrm>
          <a:prstGeom prst="bentConnector3">
            <a:avLst>
              <a:gd name="adj1" fmla="val 31517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28B4AFE5-ACBC-C1F2-4F19-DA283BF795C1}"/>
              </a:ext>
            </a:extLst>
          </p:cNvPr>
          <p:cNvCxnSpPr>
            <a:stCxn id="20" idx="3"/>
          </p:cNvCxnSpPr>
          <p:nvPr/>
        </p:nvCxnSpPr>
        <p:spPr>
          <a:xfrm>
            <a:off x="6045545" y="3527065"/>
            <a:ext cx="24408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20A5F715-6DF6-93B7-2A52-2ADA77BC16C1}"/>
              </a:ext>
            </a:extLst>
          </p:cNvPr>
          <p:cNvCxnSpPr/>
          <p:nvPr/>
        </p:nvCxnSpPr>
        <p:spPr>
          <a:xfrm>
            <a:off x="6048045" y="1704576"/>
            <a:ext cx="8632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2D6F78E5-91D8-325E-53B8-AADE38C7BEA0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8091124" y="1698602"/>
            <a:ext cx="434834" cy="5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30839B2B-EF74-B35C-935C-0C1B01FCA9C2}"/>
              </a:ext>
            </a:extLst>
          </p:cNvPr>
          <p:cNvGrpSpPr/>
          <p:nvPr/>
        </p:nvGrpSpPr>
        <p:grpSpPr>
          <a:xfrm>
            <a:off x="6633796" y="3776296"/>
            <a:ext cx="207010" cy="1709168"/>
            <a:chOff x="6633796" y="3776296"/>
            <a:chExt cx="207010" cy="1709168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43CF2658-8B53-2A3A-F2FA-ABFCC5808012}"/>
                </a:ext>
              </a:extLst>
            </p:cNvPr>
            <p:cNvCxnSpPr>
              <a:cxnSpLocks/>
            </p:cNvCxnSpPr>
            <p:nvPr/>
          </p:nvCxnSpPr>
          <p:spPr>
            <a:xfrm>
              <a:off x="6633796" y="3776296"/>
              <a:ext cx="0" cy="170916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784A2247-A2C7-9F59-129C-7C32ABCEB7BC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6633796" y="5472276"/>
              <a:ext cx="20701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C7AECEFA-5D2D-F8D5-A423-4DF2F071006E}"/>
              </a:ext>
            </a:extLst>
          </p:cNvPr>
          <p:cNvGrpSpPr/>
          <p:nvPr/>
        </p:nvGrpSpPr>
        <p:grpSpPr>
          <a:xfrm>
            <a:off x="4134768" y="1094257"/>
            <a:ext cx="2516613" cy="3148213"/>
            <a:chOff x="4134768" y="1094257"/>
            <a:chExt cx="2516613" cy="31482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FA50F11D-1DAF-8019-63DC-0F3A0721BFC2}"/>
                </a:ext>
              </a:extLst>
            </p:cNvPr>
            <p:cNvSpPr/>
            <p:nvPr/>
          </p:nvSpPr>
          <p:spPr>
            <a:xfrm>
              <a:off x="4496887" y="1501336"/>
              <a:ext cx="1619075" cy="24328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6CF83BF6-BE06-0E53-1949-2D6AD5A5353D}"/>
                </a:ext>
              </a:extLst>
            </p:cNvPr>
            <p:cNvSpPr/>
            <p:nvPr/>
          </p:nvSpPr>
          <p:spPr>
            <a:xfrm>
              <a:off x="5306425" y="1577485"/>
              <a:ext cx="724840" cy="52215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Fluent-bit</a:t>
              </a:r>
              <a:endParaRPr lang="ko-KR" altLang="en-US" sz="12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9FEC209F-D9BC-CFEE-72B5-EC4D1EF26441}"/>
                </a:ext>
              </a:extLst>
            </p:cNvPr>
            <p:cNvSpPr/>
            <p:nvPr/>
          </p:nvSpPr>
          <p:spPr>
            <a:xfrm>
              <a:off x="5320705" y="3213296"/>
              <a:ext cx="724840" cy="6275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Prometheus</a:t>
              </a:r>
            </a:p>
          </p:txBody>
        </p:sp>
        <p:sp>
          <p:nvSpPr>
            <p:cNvPr id="21" name="화살표: U자형 20">
              <a:extLst>
                <a:ext uri="{FF2B5EF4-FFF2-40B4-BE49-F238E27FC236}">
                  <a16:creationId xmlns:a16="http://schemas.microsoft.com/office/drawing/2014/main" id="{5C62BC1C-EB28-AA46-5774-1ED15932FEFD}"/>
                </a:ext>
              </a:extLst>
            </p:cNvPr>
            <p:cNvSpPr/>
            <p:nvPr/>
          </p:nvSpPr>
          <p:spPr>
            <a:xfrm rot="10800000">
              <a:off x="5561788" y="2018440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U자형 21">
              <a:extLst>
                <a:ext uri="{FF2B5EF4-FFF2-40B4-BE49-F238E27FC236}">
                  <a16:creationId xmlns:a16="http://schemas.microsoft.com/office/drawing/2014/main" id="{41EF1779-52A8-7D1A-0307-64CBEA644F48}"/>
                </a:ext>
              </a:extLst>
            </p:cNvPr>
            <p:cNvSpPr/>
            <p:nvPr/>
          </p:nvSpPr>
          <p:spPr>
            <a:xfrm>
              <a:off x="5605003" y="2759911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4D5861A-AA01-8D45-8868-B0ACB4C83D7F}"/>
                </a:ext>
              </a:extLst>
            </p:cNvPr>
            <p:cNvSpPr txBox="1"/>
            <p:nvPr/>
          </p:nvSpPr>
          <p:spPr>
            <a:xfrm>
              <a:off x="5363472" y="1776888"/>
              <a:ext cx="631904" cy="373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Log file</a:t>
              </a:r>
            </a:p>
            <a:p>
              <a:r>
                <a:rPr lang="en-US" altLang="ko-KR" sz="900" dirty="0"/>
                <a:t>collector</a:t>
              </a:r>
              <a:endParaRPr lang="ko-KR" altLang="en-US" sz="9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C313A590-B832-C3AD-D4AE-F858F1F56347}"/>
                </a:ext>
              </a:extLst>
            </p:cNvPr>
            <p:cNvSpPr txBox="1"/>
            <p:nvPr/>
          </p:nvSpPr>
          <p:spPr>
            <a:xfrm>
              <a:off x="5449804" y="3444437"/>
              <a:ext cx="598241" cy="435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Infra</a:t>
              </a:r>
            </a:p>
            <a:p>
              <a:pPr algn="ctr"/>
              <a:r>
                <a:rPr lang="en-US" altLang="ko-KR" sz="1100" dirty="0"/>
                <a:t>sensor</a:t>
              </a:r>
              <a:endParaRPr lang="ko-KR" altLang="en-US" sz="11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6FBB2470-4C3E-95A3-FD36-63A628CD7563}"/>
                </a:ext>
              </a:extLst>
            </p:cNvPr>
            <p:cNvSpPr/>
            <p:nvPr/>
          </p:nvSpPr>
          <p:spPr>
            <a:xfrm>
              <a:off x="4134768" y="1094257"/>
              <a:ext cx="2375935" cy="31482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EC38EA03-E82F-2696-7BFF-AB248A1E723B}"/>
                </a:ext>
              </a:extLst>
            </p:cNvPr>
            <p:cNvSpPr/>
            <p:nvPr/>
          </p:nvSpPr>
          <p:spPr>
            <a:xfrm>
              <a:off x="4495451" y="4003531"/>
              <a:ext cx="1647125" cy="18327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ISTIO ingress = API/GW</a:t>
              </a:r>
              <a:endParaRPr lang="ko-KR" altLang="en-US" sz="1050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3B9CB29F-F6F8-8E46-EFCD-06F3DBCEFF06}"/>
                </a:ext>
              </a:extLst>
            </p:cNvPr>
            <p:cNvGrpSpPr/>
            <p:nvPr/>
          </p:nvGrpSpPr>
          <p:grpSpPr>
            <a:xfrm>
              <a:off x="4155940" y="1501337"/>
              <a:ext cx="346249" cy="2432807"/>
              <a:chOff x="4177920" y="1501337"/>
              <a:chExt cx="346249" cy="243280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3BC12148-8A87-6EFC-28E7-19E7703A5E0B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A5438102-3A9F-BA71-A6A3-28B2783238E2}"/>
                  </a:ext>
                </a:extLst>
              </p:cNvPr>
              <p:cNvSpPr txBox="1"/>
              <p:nvPr/>
            </p:nvSpPr>
            <p:spPr>
              <a:xfrm>
                <a:off x="4177920" y="2015864"/>
                <a:ext cx="346249" cy="14260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service discovery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47113373-D829-6AFD-FB7A-55DAF780CF24}"/>
                </a:ext>
              </a:extLst>
            </p:cNvPr>
            <p:cNvCxnSpPr>
              <a:cxnSpLocks/>
            </p:cNvCxnSpPr>
            <p:nvPr/>
          </p:nvCxnSpPr>
          <p:spPr>
            <a:xfrm>
              <a:off x="6115962" y="3776296"/>
              <a:ext cx="53541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9C518B5D-01D3-8230-9DB8-5D55213100AB}"/>
                </a:ext>
              </a:extLst>
            </p:cNvPr>
            <p:cNvGrpSpPr/>
            <p:nvPr/>
          </p:nvGrpSpPr>
          <p:grpSpPr>
            <a:xfrm>
              <a:off x="6142390" y="1501337"/>
              <a:ext cx="346249" cy="2432807"/>
              <a:chOff x="4177920" y="1501337"/>
              <a:chExt cx="346249" cy="2432807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38E0CBD0-C07B-760A-0449-C404A6B36EC9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8DAD55AD-A92E-72CC-9C07-49EC7729877C}"/>
                  </a:ext>
                </a:extLst>
              </p:cNvPr>
              <p:cNvSpPr txBox="1"/>
              <p:nvPr/>
            </p:nvSpPr>
            <p:spPr>
              <a:xfrm>
                <a:off x="4177920" y="2367496"/>
                <a:ext cx="346249" cy="784830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egress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D3EB0035-7055-85D2-42DC-C32D38EC4BB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471367" y="4209008"/>
            <a:ext cx="1502464" cy="208211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3147C1E2-16E9-A310-76BB-3798C5041232}"/>
              </a:ext>
            </a:extLst>
          </p:cNvPr>
          <p:cNvCxnSpPr>
            <a:cxnSpLocks/>
          </p:cNvCxnSpPr>
          <p:nvPr/>
        </p:nvCxnSpPr>
        <p:spPr>
          <a:xfrm>
            <a:off x="2018559" y="2499080"/>
            <a:ext cx="2367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091E6A1E-50B9-7DFE-E47C-6E19791BF631}"/>
              </a:ext>
            </a:extLst>
          </p:cNvPr>
          <p:cNvSpPr txBox="1"/>
          <p:nvPr/>
        </p:nvSpPr>
        <p:spPr>
          <a:xfrm>
            <a:off x="7008137" y="2965257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</a:rPr>
              <a:t>Biz log </a:t>
            </a:r>
            <a:r>
              <a:rPr lang="ko-KR" altLang="en-US" sz="1050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755CCF85-DB2D-189E-32A8-F1614FA095D2}"/>
              </a:ext>
            </a:extLst>
          </p:cNvPr>
          <p:cNvSpPr txBox="1"/>
          <p:nvPr/>
        </p:nvSpPr>
        <p:spPr>
          <a:xfrm>
            <a:off x="6866438" y="1408766"/>
            <a:ext cx="13484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분산 </a:t>
            </a:r>
            <a:r>
              <a:rPr lang="en-US" altLang="ko-KR" sz="1000" dirty="0">
                <a:solidFill>
                  <a:schemeClr val="bg1"/>
                </a:solidFill>
              </a:rPr>
              <a:t>traffic log </a:t>
            </a:r>
            <a:r>
              <a:rPr lang="ko-KR" altLang="en-US" sz="1000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8D1D99BC-178D-F99C-EFFA-AA598D9F02C8}"/>
              </a:ext>
            </a:extLst>
          </p:cNvPr>
          <p:cNvSpPr txBox="1"/>
          <p:nvPr/>
        </p:nvSpPr>
        <p:spPr>
          <a:xfrm>
            <a:off x="6864061" y="3527657"/>
            <a:ext cx="1407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서버상태 </a:t>
            </a:r>
            <a:r>
              <a:rPr lang="en-US" altLang="ko-KR" sz="1000" dirty="0"/>
              <a:t>metric </a:t>
            </a:r>
            <a:r>
              <a:rPr lang="ko-KR" altLang="en-US" sz="1000" dirty="0"/>
              <a:t>수집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D4500ACC-9005-1281-5298-9BEC9400ED92}"/>
              </a:ext>
            </a:extLst>
          </p:cNvPr>
          <p:cNvSpPr/>
          <p:nvPr/>
        </p:nvSpPr>
        <p:spPr>
          <a:xfrm>
            <a:off x="101356" y="3943506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322FA574-D1CC-5525-691D-2C761B650ADE}"/>
              </a:ext>
            </a:extLst>
          </p:cNvPr>
          <p:cNvCxnSpPr>
            <a:cxnSpLocks/>
          </p:cNvCxnSpPr>
          <p:nvPr/>
        </p:nvCxnSpPr>
        <p:spPr>
          <a:xfrm flipV="1">
            <a:off x="693066" y="4630880"/>
            <a:ext cx="498469" cy="4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6E4DCE7B-63F3-DA5E-7897-5A16380C2804}"/>
              </a:ext>
            </a:extLst>
          </p:cNvPr>
          <p:cNvSpPr/>
          <p:nvPr/>
        </p:nvSpPr>
        <p:spPr>
          <a:xfrm>
            <a:off x="1724018" y="1698602"/>
            <a:ext cx="294541" cy="1486371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Istio ingress</a:t>
            </a:r>
            <a:endParaRPr lang="ko-KR" altLang="en-US" sz="1400" dirty="0"/>
          </a:p>
        </p:txBody>
      </p: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2B662E5D-F267-0E27-640D-A48F1DCA00C4}"/>
              </a:ext>
            </a:extLst>
          </p:cNvPr>
          <p:cNvCxnSpPr>
            <a:cxnSpLocks/>
          </p:cNvCxnSpPr>
          <p:nvPr/>
        </p:nvCxnSpPr>
        <p:spPr>
          <a:xfrm>
            <a:off x="1471367" y="2496888"/>
            <a:ext cx="3090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68126A5-32AA-FD4D-F11A-EA8A305B3F27}"/>
              </a:ext>
            </a:extLst>
          </p:cNvPr>
          <p:cNvSpPr txBox="1"/>
          <p:nvPr/>
        </p:nvSpPr>
        <p:spPr>
          <a:xfrm>
            <a:off x="3503011" y="5645063"/>
            <a:ext cx="9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Access log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EDC45F0-73BD-EEC8-651D-14B4A93CC192}"/>
              </a:ext>
            </a:extLst>
          </p:cNvPr>
          <p:cNvSpPr txBox="1"/>
          <p:nvPr/>
        </p:nvSpPr>
        <p:spPr>
          <a:xfrm>
            <a:off x="-67212" y="0"/>
            <a:ext cx="19783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ALT-2 : </a:t>
            </a:r>
            <a:r>
              <a:rPr lang="ko-KR" altLang="en-US" b="1" dirty="0"/>
              <a:t>단순화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ACA2073D-1516-B650-9AA0-CCD2F4DF93B7}"/>
              </a:ext>
            </a:extLst>
          </p:cNvPr>
          <p:cNvSpPr/>
          <p:nvPr/>
        </p:nvSpPr>
        <p:spPr>
          <a:xfrm>
            <a:off x="6907692" y="465217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접근제어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194372457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1DCE2B-6E3E-978D-8020-8212C3DADA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그룹 1">
            <a:extLst>
              <a:ext uri="{FF2B5EF4-FFF2-40B4-BE49-F238E27FC236}">
                <a16:creationId xmlns:a16="http://schemas.microsoft.com/office/drawing/2014/main" id="{30BA38BE-2B61-3AE4-79E8-CCBCE74A1FCE}"/>
              </a:ext>
            </a:extLst>
          </p:cNvPr>
          <p:cNvGrpSpPr/>
          <p:nvPr/>
        </p:nvGrpSpPr>
        <p:grpSpPr>
          <a:xfrm>
            <a:off x="6750349" y="209030"/>
            <a:ext cx="5308302" cy="4258995"/>
            <a:chOff x="6490975" y="1061884"/>
            <a:chExt cx="5308302" cy="425899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C49882C8-91E2-3194-2DEA-D53952C6F60C}"/>
                </a:ext>
              </a:extLst>
            </p:cNvPr>
            <p:cNvSpPr/>
            <p:nvPr/>
          </p:nvSpPr>
          <p:spPr>
            <a:xfrm>
              <a:off x="6651907" y="2294282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jaeger</a:t>
              </a:r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CBE875A-5D39-B99D-6179-EF4F4C3F2CBD}"/>
                </a:ext>
              </a:extLst>
            </p:cNvPr>
            <p:cNvSpPr/>
            <p:nvPr/>
          </p:nvSpPr>
          <p:spPr>
            <a:xfrm>
              <a:off x="6651907" y="3521218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loki</a:t>
              </a:r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BCFFC921-73CA-8EF9-B658-C18ED52A4636}"/>
                </a:ext>
              </a:extLst>
            </p:cNvPr>
            <p:cNvSpPr/>
            <p:nvPr/>
          </p:nvSpPr>
          <p:spPr>
            <a:xfrm>
              <a:off x="8266584" y="3780086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Object</a:t>
              </a:r>
            </a:p>
            <a:p>
              <a:pPr algn="ctr"/>
              <a:r>
                <a:rPr lang="en-US" altLang="ko-KR" dirty="0"/>
                <a:t>Storage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F1BB71B4-7D59-4304-DC1F-0B5DDFA247E8}"/>
                </a:ext>
              </a:extLst>
            </p:cNvPr>
            <p:cNvSpPr/>
            <p:nvPr/>
          </p:nvSpPr>
          <p:spPr>
            <a:xfrm>
              <a:off x="8266584" y="1817782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OpenSearch</a:t>
              </a:r>
              <a:br>
                <a:rPr lang="en-US" altLang="ko-KR" dirty="0"/>
              </a:br>
              <a:r>
                <a:rPr lang="en-US" altLang="ko-KR" dirty="0"/>
                <a:t>(Elastic Search)</a:t>
              </a:r>
              <a:endParaRPr lang="ko-KR" altLang="en-US" dirty="0"/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A74B3C69-D1B2-35C4-CE4F-F3A12B2EE80F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7706459" y="3779523"/>
              <a:ext cx="560125" cy="353117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BE9CF45-9095-2017-54BD-73DD90A744AC}"/>
                </a:ext>
              </a:extLst>
            </p:cNvPr>
            <p:cNvSpPr/>
            <p:nvPr/>
          </p:nvSpPr>
          <p:spPr>
            <a:xfrm>
              <a:off x="10920045" y="1623250"/>
              <a:ext cx="525648" cy="3611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dirty="0"/>
                <a:t>Grafana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646E7412-AB01-13CA-7669-A119277406B7}"/>
                </a:ext>
              </a:extLst>
            </p:cNvPr>
            <p:cNvSpPr/>
            <p:nvPr/>
          </p:nvSpPr>
          <p:spPr>
            <a:xfrm>
              <a:off x="7552434" y="2294281"/>
              <a:ext cx="279316" cy="51434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Thanos</a:t>
              </a:r>
              <a:endParaRPr lang="ko-KR" altLang="en-US" sz="600" dirty="0"/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97FF1178-1344-976C-24EE-9384B74307D7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10036419" y="2556940"/>
              <a:ext cx="883626" cy="872060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4502A28C-5211-8771-289B-4C71C049400F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10036419" y="3429000"/>
              <a:ext cx="883626" cy="109024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FDE3E49F-8EC1-1DE6-27E0-6EA9E4CC6CAC}"/>
                </a:ext>
              </a:extLst>
            </p:cNvPr>
            <p:cNvSpPr/>
            <p:nvPr/>
          </p:nvSpPr>
          <p:spPr>
            <a:xfrm>
              <a:off x="6490975" y="1061884"/>
              <a:ext cx="5308302" cy="425899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MGMT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726E2F34-B9DD-17BF-4536-C92303976F82}"/>
              </a:ext>
            </a:extLst>
          </p:cNvPr>
          <p:cNvGrpSpPr/>
          <p:nvPr/>
        </p:nvGrpSpPr>
        <p:grpSpPr>
          <a:xfrm>
            <a:off x="6756725" y="4600927"/>
            <a:ext cx="2545538" cy="1321135"/>
            <a:chOff x="6497351" y="5506092"/>
            <a:chExt cx="5308302" cy="132113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657586AA-106B-E8A9-B6AC-391887907600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- </a:t>
              </a:r>
              <a:r>
                <a:rPr lang="en-US" altLang="ko-KR" dirty="0" err="1"/>
                <a:t>cubrid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B0E1CC13-2217-652C-2326-A32E25A26757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Database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81ADC3D1-B2AA-09DE-A7F3-642962FBEB25}"/>
              </a:ext>
            </a:extLst>
          </p:cNvPr>
          <p:cNvSpPr/>
          <p:nvPr/>
        </p:nvSpPr>
        <p:spPr>
          <a:xfrm>
            <a:off x="3919919" y="241222"/>
            <a:ext cx="45719" cy="64189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F7F70E1E-4A2B-C14B-3B5F-8ED85D061E39}"/>
              </a:ext>
            </a:extLst>
          </p:cNvPr>
          <p:cNvSpPr/>
          <p:nvPr/>
        </p:nvSpPr>
        <p:spPr>
          <a:xfrm>
            <a:off x="2216097" y="1698602"/>
            <a:ext cx="1521421" cy="1346433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Front</a:t>
            </a:r>
            <a:endParaRPr lang="ko-KR" altLang="en-US" dirty="0"/>
          </a:p>
        </p:txBody>
      </p:sp>
      <p:sp>
        <p:nvSpPr>
          <p:cNvPr id="32" name="직사각형 31">
            <a:extLst>
              <a:ext uri="{FF2B5EF4-FFF2-40B4-BE49-F238E27FC236}">
                <a16:creationId xmlns:a16="http://schemas.microsoft.com/office/drawing/2014/main" id="{4E848F05-D60D-B3CE-E6A0-23A5E91BDDC9}"/>
              </a:ext>
            </a:extLst>
          </p:cNvPr>
          <p:cNvSpPr/>
          <p:nvPr/>
        </p:nvSpPr>
        <p:spPr>
          <a:xfrm>
            <a:off x="1635943" y="1245672"/>
            <a:ext cx="2166519" cy="3946186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Frontend K8S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920D99D8-67B8-9390-6E6F-7C48EDC3CBA3}"/>
              </a:ext>
            </a:extLst>
          </p:cNvPr>
          <p:cNvSpPr/>
          <p:nvPr/>
        </p:nvSpPr>
        <p:spPr>
          <a:xfrm>
            <a:off x="1191535" y="241222"/>
            <a:ext cx="292837" cy="641895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b="1" dirty="0"/>
              <a:t>W A F</a:t>
            </a:r>
            <a:endParaRPr lang="ko-KR" altLang="en-US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A74ED657-CB3D-05B0-E6F9-18C68F9AE86F}"/>
              </a:ext>
            </a:extLst>
          </p:cNvPr>
          <p:cNvGrpSpPr/>
          <p:nvPr/>
        </p:nvGrpSpPr>
        <p:grpSpPr>
          <a:xfrm>
            <a:off x="9614388" y="4600927"/>
            <a:ext cx="2444263" cy="1321135"/>
            <a:chOff x="6497351" y="5506092"/>
            <a:chExt cx="5308302" cy="132113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32A19F09-5BB4-F681-E597-CAD04AF70CF0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Gitea</a:t>
              </a:r>
              <a:r>
                <a:rPr lang="en-US" altLang="ko-KR" dirty="0"/>
                <a:t>/</a:t>
              </a:r>
              <a:r>
                <a:rPr lang="en-US" altLang="ko-KR" dirty="0" err="1"/>
                <a:t>hobor</a:t>
              </a:r>
              <a:r>
                <a:rPr lang="en-US" altLang="ko-KR" dirty="0"/>
                <a:t>/…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D429D65-BB02-545D-6707-9988ED64ACAB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CI/CD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014D24C2-96F2-68D0-1B3D-D00CAF6F2F06}"/>
              </a:ext>
            </a:extLst>
          </p:cNvPr>
          <p:cNvSpPr/>
          <p:nvPr/>
        </p:nvSpPr>
        <p:spPr>
          <a:xfrm>
            <a:off x="52590" y="2916554"/>
            <a:ext cx="697666" cy="755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Browser</a:t>
            </a:r>
            <a:endParaRPr lang="ko-KR" altLang="en-US" sz="1000" dirty="0"/>
          </a:p>
        </p:txBody>
      </p:sp>
      <p:cxnSp>
        <p:nvCxnSpPr>
          <p:cNvPr id="42" name="직선 화살표 연결선 41">
            <a:extLst>
              <a:ext uri="{FF2B5EF4-FFF2-40B4-BE49-F238E27FC236}">
                <a16:creationId xmlns:a16="http://schemas.microsoft.com/office/drawing/2014/main" id="{D30A686C-B082-DF99-34AB-145A573A6F07}"/>
              </a:ext>
            </a:extLst>
          </p:cNvPr>
          <p:cNvCxnSpPr>
            <a:cxnSpLocks/>
            <a:stCxn id="40" idx="6"/>
          </p:cNvCxnSpPr>
          <p:nvPr/>
        </p:nvCxnSpPr>
        <p:spPr>
          <a:xfrm>
            <a:off x="750256" y="3294232"/>
            <a:ext cx="441279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290D0787-1344-C7CC-CCEB-8D3E629A55EF}"/>
              </a:ext>
            </a:extLst>
          </p:cNvPr>
          <p:cNvGrpSpPr/>
          <p:nvPr/>
        </p:nvGrpSpPr>
        <p:grpSpPr>
          <a:xfrm>
            <a:off x="2973831" y="5922062"/>
            <a:ext cx="1937895" cy="738111"/>
            <a:chOff x="2973831" y="5922062"/>
            <a:chExt cx="1937895" cy="73811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80666295-CFEA-C821-0185-6101534F67A6}"/>
                </a:ext>
              </a:extLst>
            </p:cNvPr>
            <p:cNvSpPr/>
            <p:nvPr/>
          </p:nvSpPr>
          <p:spPr>
            <a:xfrm>
              <a:off x="4155588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77869702-50FC-63D6-FEA4-B249A0D84FB9}"/>
                </a:ext>
              </a:extLst>
            </p:cNvPr>
            <p:cNvSpPr/>
            <p:nvPr/>
          </p:nvSpPr>
          <p:spPr>
            <a:xfrm>
              <a:off x="2973831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FB0C8EC7-85BC-06CB-C2C2-70ACE3CFB2ED}"/>
                </a:ext>
              </a:extLst>
            </p:cNvPr>
            <p:cNvCxnSpPr>
              <a:stCxn id="29" idx="3"/>
              <a:endCxn id="27" idx="1"/>
            </p:cNvCxnSpPr>
            <p:nvPr/>
          </p:nvCxnSpPr>
          <p:spPr>
            <a:xfrm>
              <a:off x="3729969" y="6291118"/>
              <a:ext cx="425619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64807EB9-57FF-01E1-E14E-B6B3ED35B462}"/>
              </a:ext>
            </a:extLst>
          </p:cNvPr>
          <p:cNvCxnSpPr>
            <a:cxnSpLocks/>
            <a:stCxn id="27" idx="0"/>
            <a:endCxn id="58" idx="2"/>
          </p:cNvCxnSpPr>
          <p:nvPr/>
        </p:nvCxnSpPr>
        <p:spPr>
          <a:xfrm flipV="1">
            <a:off x="4533657" y="4186805"/>
            <a:ext cx="785357" cy="173525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F7CDCD9D-90C4-4612-F71A-6A2B2035CB2E}"/>
              </a:ext>
            </a:extLst>
          </p:cNvPr>
          <p:cNvCxnSpPr>
            <a:stCxn id="19" idx="3"/>
            <a:endCxn id="4" idx="1"/>
          </p:cNvCxnSpPr>
          <p:nvPr/>
        </p:nvCxnSpPr>
        <p:spPr>
          <a:xfrm>
            <a:off x="6031265" y="1838564"/>
            <a:ext cx="880016" cy="1088105"/>
          </a:xfrm>
          <a:prstGeom prst="bentConnector3">
            <a:avLst>
              <a:gd name="adj1" fmla="val 31517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7173D8F7-F2EF-3F3A-703A-E0D4D6F472A8}"/>
              </a:ext>
            </a:extLst>
          </p:cNvPr>
          <p:cNvCxnSpPr>
            <a:stCxn id="20" idx="3"/>
          </p:cNvCxnSpPr>
          <p:nvPr/>
        </p:nvCxnSpPr>
        <p:spPr>
          <a:xfrm>
            <a:off x="6045545" y="3527065"/>
            <a:ext cx="24408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F984769B-EE1E-1B88-18AD-935A916E37B3}"/>
              </a:ext>
            </a:extLst>
          </p:cNvPr>
          <p:cNvCxnSpPr/>
          <p:nvPr/>
        </p:nvCxnSpPr>
        <p:spPr>
          <a:xfrm>
            <a:off x="6048045" y="1704576"/>
            <a:ext cx="863236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CA929B73-00F3-DA50-EC25-245F28985EF8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8091124" y="1698602"/>
            <a:ext cx="434834" cy="5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7B609C8E-7CC3-9015-3116-84B25C708413}"/>
              </a:ext>
            </a:extLst>
          </p:cNvPr>
          <p:cNvGrpSpPr/>
          <p:nvPr/>
        </p:nvGrpSpPr>
        <p:grpSpPr>
          <a:xfrm>
            <a:off x="6633796" y="3776296"/>
            <a:ext cx="207010" cy="1709168"/>
            <a:chOff x="6633796" y="3776296"/>
            <a:chExt cx="207010" cy="1709168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2F80F887-0DA7-911B-242A-D8D406BBB548}"/>
                </a:ext>
              </a:extLst>
            </p:cNvPr>
            <p:cNvCxnSpPr>
              <a:cxnSpLocks/>
            </p:cNvCxnSpPr>
            <p:nvPr/>
          </p:nvCxnSpPr>
          <p:spPr>
            <a:xfrm>
              <a:off x="6633796" y="3776296"/>
              <a:ext cx="0" cy="170916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5EDC95C0-AF4A-07F7-DC53-AD4635701762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6633796" y="5472276"/>
              <a:ext cx="20701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2FD117FD-FFFD-8CC2-01DB-6666F0568FD7}"/>
              </a:ext>
            </a:extLst>
          </p:cNvPr>
          <p:cNvGrpSpPr/>
          <p:nvPr/>
        </p:nvGrpSpPr>
        <p:grpSpPr>
          <a:xfrm>
            <a:off x="4134768" y="1094257"/>
            <a:ext cx="2516613" cy="3148213"/>
            <a:chOff x="4134768" y="1094257"/>
            <a:chExt cx="2516613" cy="31482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7552745-BF55-77E1-235A-DFAAB0B83722}"/>
                </a:ext>
              </a:extLst>
            </p:cNvPr>
            <p:cNvSpPr/>
            <p:nvPr/>
          </p:nvSpPr>
          <p:spPr>
            <a:xfrm>
              <a:off x="4496887" y="1501336"/>
              <a:ext cx="1619075" cy="24328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445BFF47-B9EA-CEE1-33E0-946970B2DB48}"/>
                </a:ext>
              </a:extLst>
            </p:cNvPr>
            <p:cNvSpPr/>
            <p:nvPr/>
          </p:nvSpPr>
          <p:spPr>
            <a:xfrm>
              <a:off x="5306425" y="1577485"/>
              <a:ext cx="724840" cy="52215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Fluent-bit</a:t>
              </a:r>
              <a:endParaRPr lang="ko-KR" altLang="en-US" sz="12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413B1219-1F1B-16C1-B763-29D9E3ABA40C}"/>
                </a:ext>
              </a:extLst>
            </p:cNvPr>
            <p:cNvSpPr/>
            <p:nvPr/>
          </p:nvSpPr>
          <p:spPr>
            <a:xfrm>
              <a:off x="5320705" y="3213296"/>
              <a:ext cx="724840" cy="6275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Prometheus</a:t>
              </a:r>
            </a:p>
          </p:txBody>
        </p:sp>
        <p:sp>
          <p:nvSpPr>
            <p:cNvPr id="21" name="화살표: U자형 20">
              <a:extLst>
                <a:ext uri="{FF2B5EF4-FFF2-40B4-BE49-F238E27FC236}">
                  <a16:creationId xmlns:a16="http://schemas.microsoft.com/office/drawing/2014/main" id="{310A17C7-97E5-8502-A951-5EA845FFBEC7}"/>
                </a:ext>
              </a:extLst>
            </p:cNvPr>
            <p:cNvSpPr/>
            <p:nvPr/>
          </p:nvSpPr>
          <p:spPr>
            <a:xfrm rot="10800000">
              <a:off x="5561788" y="2018440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U자형 21">
              <a:extLst>
                <a:ext uri="{FF2B5EF4-FFF2-40B4-BE49-F238E27FC236}">
                  <a16:creationId xmlns:a16="http://schemas.microsoft.com/office/drawing/2014/main" id="{6CBEA815-31E0-2875-36B9-EEB2D35B4268}"/>
                </a:ext>
              </a:extLst>
            </p:cNvPr>
            <p:cNvSpPr/>
            <p:nvPr/>
          </p:nvSpPr>
          <p:spPr>
            <a:xfrm>
              <a:off x="5605003" y="2759911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33EA428-AF36-5FBE-A784-344210B0A201}"/>
                </a:ext>
              </a:extLst>
            </p:cNvPr>
            <p:cNvSpPr txBox="1"/>
            <p:nvPr/>
          </p:nvSpPr>
          <p:spPr>
            <a:xfrm>
              <a:off x="5363472" y="1776888"/>
              <a:ext cx="631904" cy="373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Log file</a:t>
              </a:r>
            </a:p>
            <a:p>
              <a:r>
                <a:rPr lang="en-US" altLang="ko-KR" sz="900" dirty="0"/>
                <a:t>collector</a:t>
              </a:r>
              <a:endParaRPr lang="ko-KR" altLang="en-US" sz="9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43D8EB25-5A80-3564-4F67-FADB43AEA0CD}"/>
                </a:ext>
              </a:extLst>
            </p:cNvPr>
            <p:cNvSpPr txBox="1"/>
            <p:nvPr/>
          </p:nvSpPr>
          <p:spPr>
            <a:xfrm>
              <a:off x="5449804" y="3444437"/>
              <a:ext cx="598241" cy="435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Infra</a:t>
              </a:r>
            </a:p>
            <a:p>
              <a:pPr algn="ctr"/>
              <a:r>
                <a:rPr lang="en-US" altLang="ko-KR" sz="1100" dirty="0"/>
                <a:t>sensor</a:t>
              </a:r>
              <a:endParaRPr lang="ko-KR" altLang="en-US" sz="11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42C4628-08D7-C15E-243A-E646E0E89A20}"/>
                </a:ext>
              </a:extLst>
            </p:cNvPr>
            <p:cNvSpPr/>
            <p:nvPr/>
          </p:nvSpPr>
          <p:spPr>
            <a:xfrm>
              <a:off x="4134768" y="1094257"/>
              <a:ext cx="2375935" cy="31482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976C47EB-15A9-573B-43AF-72DA2F32F6A6}"/>
                </a:ext>
              </a:extLst>
            </p:cNvPr>
            <p:cNvSpPr/>
            <p:nvPr/>
          </p:nvSpPr>
          <p:spPr>
            <a:xfrm>
              <a:off x="4495451" y="4003531"/>
              <a:ext cx="1647125" cy="18327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ISTIO ingress = API/GW</a:t>
              </a:r>
              <a:endParaRPr lang="ko-KR" altLang="en-US" sz="1050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D8AE07E7-93D8-EEA2-05A8-CBD1258C443F}"/>
                </a:ext>
              </a:extLst>
            </p:cNvPr>
            <p:cNvGrpSpPr/>
            <p:nvPr/>
          </p:nvGrpSpPr>
          <p:grpSpPr>
            <a:xfrm>
              <a:off x="4155940" y="1501337"/>
              <a:ext cx="346249" cy="2432807"/>
              <a:chOff x="4177920" y="1501337"/>
              <a:chExt cx="346249" cy="243280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CC51A9C3-C858-6ED8-C84B-12E8AF3F2CF5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B304AD7-BA1D-5D02-5A60-8166551FD7AD}"/>
                  </a:ext>
                </a:extLst>
              </p:cNvPr>
              <p:cNvSpPr txBox="1"/>
              <p:nvPr/>
            </p:nvSpPr>
            <p:spPr>
              <a:xfrm>
                <a:off x="4177920" y="2015864"/>
                <a:ext cx="346249" cy="14260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service discovery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18FF0653-5517-5320-4AD6-11ACEE29B05D}"/>
                </a:ext>
              </a:extLst>
            </p:cNvPr>
            <p:cNvCxnSpPr>
              <a:cxnSpLocks/>
            </p:cNvCxnSpPr>
            <p:nvPr/>
          </p:nvCxnSpPr>
          <p:spPr>
            <a:xfrm>
              <a:off x="6115962" y="3776296"/>
              <a:ext cx="53541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AD537902-4310-B54E-9C71-8A7EDE4B3B83}"/>
                </a:ext>
              </a:extLst>
            </p:cNvPr>
            <p:cNvGrpSpPr/>
            <p:nvPr/>
          </p:nvGrpSpPr>
          <p:grpSpPr>
            <a:xfrm>
              <a:off x="6142390" y="1501337"/>
              <a:ext cx="346249" cy="2432807"/>
              <a:chOff x="4177920" y="1501337"/>
              <a:chExt cx="346249" cy="2432807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EDE7CB17-9EFE-8893-3DD7-FA28BA315EE7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CE8B1029-6D91-C921-9BF0-AB124C748368}"/>
                  </a:ext>
                </a:extLst>
              </p:cNvPr>
              <p:cNvSpPr txBox="1"/>
              <p:nvPr/>
            </p:nvSpPr>
            <p:spPr>
              <a:xfrm>
                <a:off x="4177920" y="2367496"/>
                <a:ext cx="346249" cy="784830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egress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3EC7AD01-BA37-8C0B-4228-9A5D831F1329}"/>
              </a:ext>
            </a:extLst>
          </p:cNvPr>
          <p:cNvCxnSpPr>
            <a:cxnSpLocks/>
          </p:cNvCxnSpPr>
          <p:nvPr/>
        </p:nvCxnSpPr>
        <p:spPr>
          <a:xfrm>
            <a:off x="1471367" y="4209008"/>
            <a:ext cx="3090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직선 화살표 연결선 101">
            <a:extLst>
              <a:ext uri="{FF2B5EF4-FFF2-40B4-BE49-F238E27FC236}">
                <a16:creationId xmlns:a16="http://schemas.microsoft.com/office/drawing/2014/main" id="{8A25E372-ADAD-071A-1637-B26B426A0701}"/>
              </a:ext>
            </a:extLst>
          </p:cNvPr>
          <p:cNvCxnSpPr>
            <a:cxnSpLocks/>
          </p:cNvCxnSpPr>
          <p:nvPr/>
        </p:nvCxnSpPr>
        <p:spPr>
          <a:xfrm>
            <a:off x="2018559" y="2670657"/>
            <a:ext cx="236708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A764750A-C55A-6F34-3A3E-6B4E32217C54}"/>
              </a:ext>
            </a:extLst>
          </p:cNvPr>
          <p:cNvSpPr txBox="1"/>
          <p:nvPr/>
        </p:nvSpPr>
        <p:spPr>
          <a:xfrm>
            <a:off x="7008137" y="2965257"/>
            <a:ext cx="954107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</a:rPr>
              <a:t>Biz log </a:t>
            </a:r>
            <a:r>
              <a:rPr lang="ko-KR" altLang="en-US" sz="1050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F07AEE2E-0DA5-2B14-15B9-A7D5EF8F49B2}"/>
              </a:ext>
            </a:extLst>
          </p:cNvPr>
          <p:cNvSpPr txBox="1"/>
          <p:nvPr/>
        </p:nvSpPr>
        <p:spPr>
          <a:xfrm>
            <a:off x="6866438" y="1408766"/>
            <a:ext cx="134844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>
                <a:solidFill>
                  <a:schemeClr val="bg1"/>
                </a:solidFill>
              </a:rPr>
              <a:t>분산 </a:t>
            </a:r>
            <a:r>
              <a:rPr lang="en-US" altLang="ko-KR" sz="1000" dirty="0">
                <a:solidFill>
                  <a:schemeClr val="bg1"/>
                </a:solidFill>
              </a:rPr>
              <a:t>traffic log </a:t>
            </a:r>
            <a:r>
              <a:rPr lang="ko-KR" altLang="en-US" sz="1000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C1D45CA4-126F-862C-618B-356A0DB1E5C7}"/>
              </a:ext>
            </a:extLst>
          </p:cNvPr>
          <p:cNvSpPr txBox="1"/>
          <p:nvPr/>
        </p:nvSpPr>
        <p:spPr>
          <a:xfrm>
            <a:off x="6864061" y="3527657"/>
            <a:ext cx="140775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dirty="0"/>
              <a:t>서버상태 </a:t>
            </a:r>
            <a:r>
              <a:rPr lang="en-US" altLang="ko-KR" sz="1000" dirty="0"/>
              <a:t>metric </a:t>
            </a:r>
            <a:r>
              <a:rPr lang="ko-KR" altLang="en-US" sz="1000" dirty="0"/>
              <a:t>수집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EF5C580F-26AC-ED3E-8680-251948255B81}"/>
              </a:ext>
            </a:extLst>
          </p:cNvPr>
          <p:cNvSpPr/>
          <p:nvPr/>
        </p:nvSpPr>
        <p:spPr>
          <a:xfrm>
            <a:off x="101356" y="3943506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79A1956F-35CE-2D6A-F4A1-25186826617D}"/>
              </a:ext>
            </a:extLst>
          </p:cNvPr>
          <p:cNvCxnSpPr>
            <a:cxnSpLocks/>
          </p:cNvCxnSpPr>
          <p:nvPr/>
        </p:nvCxnSpPr>
        <p:spPr>
          <a:xfrm flipV="1">
            <a:off x="693066" y="4630880"/>
            <a:ext cx="498469" cy="4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BCF8D7BB-0297-91F8-5E9B-B55CC1E114E4}"/>
              </a:ext>
            </a:extLst>
          </p:cNvPr>
          <p:cNvSpPr/>
          <p:nvPr/>
        </p:nvSpPr>
        <p:spPr>
          <a:xfrm>
            <a:off x="2628989" y="4339004"/>
            <a:ext cx="1024626" cy="43960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nginx</a:t>
            </a:r>
            <a:endParaRPr lang="ko-KR" altLang="en-US" dirty="0"/>
          </a:p>
        </p:txBody>
      </p: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10F47F03-E3C5-D978-9E6B-94DA5FAF8B8B}"/>
              </a:ext>
            </a:extLst>
          </p:cNvPr>
          <p:cNvSpPr/>
          <p:nvPr/>
        </p:nvSpPr>
        <p:spPr>
          <a:xfrm>
            <a:off x="1724018" y="1698602"/>
            <a:ext cx="294541" cy="3123979"/>
          </a:xfrm>
          <a:prstGeom prst="rect">
            <a:avLst/>
          </a:prstGeom>
          <a:solidFill>
            <a:schemeClr val="accent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sz="1400" dirty="0"/>
              <a:t>Istio ingress</a:t>
            </a:r>
            <a:endParaRPr lang="ko-KR" altLang="en-US" sz="1400" dirty="0"/>
          </a:p>
        </p:txBody>
      </p: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EB9C0CFA-BF9B-E13E-C164-8BF0D6A0DB8E}"/>
              </a:ext>
            </a:extLst>
          </p:cNvPr>
          <p:cNvCxnSpPr>
            <a:cxnSpLocks/>
            <a:endCxn id="28" idx="1"/>
          </p:cNvCxnSpPr>
          <p:nvPr/>
        </p:nvCxnSpPr>
        <p:spPr>
          <a:xfrm>
            <a:off x="2018559" y="4554417"/>
            <a:ext cx="610430" cy="43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7EE35E55-94D0-6239-5FC7-BAFEF32462A9}"/>
              </a:ext>
            </a:extLst>
          </p:cNvPr>
          <p:cNvCxnSpPr>
            <a:stCxn id="28" idx="2"/>
          </p:cNvCxnSpPr>
          <p:nvPr/>
        </p:nvCxnSpPr>
        <p:spPr>
          <a:xfrm>
            <a:off x="3141302" y="4778606"/>
            <a:ext cx="10740" cy="114345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9062BCF8-0426-18E6-D71C-B1DECA5138AF}"/>
              </a:ext>
            </a:extLst>
          </p:cNvPr>
          <p:cNvCxnSpPr>
            <a:cxnSpLocks/>
          </p:cNvCxnSpPr>
          <p:nvPr/>
        </p:nvCxnSpPr>
        <p:spPr>
          <a:xfrm>
            <a:off x="1484372" y="2916554"/>
            <a:ext cx="309075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TextBox 67">
            <a:extLst>
              <a:ext uri="{FF2B5EF4-FFF2-40B4-BE49-F238E27FC236}">
                <a16:creationId xmlns:a16="http://schemas.microsoft.com/office/drawing/2014/main" id="{0EF16DE3-A9CA-E1DD-DE46-B8754ADB77AB}"/>
              </a:ext>
            </a:extLst>
          </p:cNvPr>
          <p:cNvSpPr txBox="1"/>
          <p:nvPr/>
        </p:nvSpPr>
        <p:spPr>
          <a:xfrm>
            <a:off x="2589508" y="4070508"/>
            <a:ext cx="121058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API</a:t>
            </a:r>
            <a:r>
              <a:rPr lang="ko-KR" altLang="en-US" sz="1200" dirty="0"/>
              <a:t> </a:t>
            </a:r>
            <a:r>
              <a:rPr lang="en-US" altLang="ko-KR" sz="1200" dirty="0"/>
              <a:t>Access log</a:t>
            </a:r>
            <a:endParaRPr lang="ko-KR" altLang="en-US" sz="1200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AC9A1D01-C390-D854-618A-994B4DC801C7}"/>
              </a:ext>
            </a:extLst>
          </p:cNvPr>
          <p:cNvSpPr txBox="1"/>
          <p:nvPr/>
        </p:nvSpPr>
        <p:spPr>
          <a:xfrm>
            <a:off x="3503011" y="5645063"/>
            <a:ext cx="9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Access log</a:t>
            </a:r>
            <a:endParaRPr lang="ko-KR" altLang="en-US" sz="12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16F5E10-0DEA-3396-C439-4062FD23F468}"/>
              </a:ext>
            </a:extLst>
          </p:cNvPr>
          <p:cNvSpPr txBox="1"/>
          <p:nvPr/>
        </p:nvSpPr>
        <p:spPr>
          <a:xfrm>
            <a:off x="-67212" y="0"/>
            <a:ext cx="76442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ALT-2 : </a:t>
            </a:r>
            <a:r>
              <a:rPr lang="ko-KR" altLang="en-US" b="1" dirty="0"/>
              <a:t>참고 </a:t>
            </a:r>
            <a:r>
              <a:rPr lang="en-US" altLang="ko-KR" b="1" dirty="0"/>
              <a:t>– WAS</a:t>
            </a:r>
            <a:r>
              <a:rPr lang="ko-KR" altLang="en-US" b="1" dirty="0"/>
              <a:t>는 </a:t>
            </a:r>
            <a:r>
              <a:rPr lang="en-US" altLang="ko-KR" b="1" dirty="0"/>
              <a:t>DMZ</a:t>
            </a:r>
            <a:r>
              <a:rPr lang="ko-KR" altLang="en-US" b="1" dirty="0"/>
              <a:t>의 서비스에서만 </a:t>
            </a:r>
            <a:r>
              <a:rPr lang="ko-KR" altLang="en-US" b="1" dirty="0" err="1"/>
              <a:t>접속가능하다</a:t>
            </a:r>
            <a:r>
              <a:rPr lang="ko-KR" altLang="en-US" b="1" dirty="0"/>
              <a:t> 원칙수용</a:t>
            </a:r>
            <a:r>
              <a:rPr lang="en-US" altLang="ko-KR" b="1" dirty="0"/>
              <a:t> ]</a:t>
            </a:r>
            <a:endParaRPr lang="ko-KR" altLang="en-US" b="1" dirty="0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066EAAF1-C2D7-9C69-6048-78D3F3B05D33}"/>
              </a:ext>
            </a:extLst>
          </p:cNvPr>
          <p:cNvSpPr/>
          <p:nvPr/>
        </p:nvSpPr>
        <p:spPr>
          <a:xfrm>
            <a:off x="6907692" y="465217"/>
            <a:ext cx="1054552" cy="516609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600"/>
              <a:t>접근제어</a:t>
            </a:r>
            <a:endParaRPr lang="ko-KR" altLang="en-US" sz="1600" dirty="0"/>
          </a:p>
        </p:txBody>
      </p:sp>
    </p:spTree>
    <p:extLst>
      <p:ext uri="{BB962C8B-B14F-4D97-AF65-F5344CB8AC3E}">
        <p14:creationId xmlns:p14="http://schemas.microsoft.com/office/powerpoint/2010/main" val="8601475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1735-91E2-35DA-5CD7-A4D87257AD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BF4B41BE-9DD5-0BCB-596B-412F47877154}"/>
              </a:ext>
            </a:extLst>
          </p:cNvPr>
          <p:cNvSpPr/>
          <p:nvPr/>
        </p:nvSpPr>
        <p:spPr>
          <a:xfrm>
            <a:off x="1794254" y="751756"/>
            <a:ext cx="10352861" cy="6027113"/>
          </a:xfrm>
          <a:prstGeom prst="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A0FC8675-8451-2A43-66AA-B2F9E0AD8CB3}"/>
              </a:ext>
            </a:extLst>
          </p:cNvPr>
          <p:cNvGrpSpPr/>
          <p:nvPr/>
        </p:nvGrpSpPr>
        <p:grpSpPr>
          <a:xfrm>
            <a:off x="6750349" y="976167"/>
            <a:ext cx="5308302" cy="4258995"/>
            <a:chOff x="6490975" y="1061884"/>
            <a:chExt cx="5308302" cy="4258995"/>
          </a:xfrm>
        </p:grpSpPr>
        <p:sp>
          <p:nvSpPr>
            <p:cNvPr id="3" name="직사각형 2">
              <a:extLst>
                <a:ext uri="{FF2B5EF4-FFF2-40B4-BE49-F238E27FC236}">
                  <a16:creationId xmlns:a16="http://schemas.microsoft.com/office/drawing/2014/main" id="{055F2BC8-F147-6B65-FAF5-1C6C3EE37DD0}"/>
                </a:ext>
              </a:extLst>
            </p:cNvPr>
            <p:cNvSpPr/>
            <p:nvPr/>
          </p:nvSpPr>
          <p:spPr>
            <a:xfrm>
              <a:off x="6651907" y="2294282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jaeger</a:t>
              </a:r>
              <a:endParaRPr lang="ko-KR" altLang="en-US" dirty="0"/>
            </a:p>
          </p:txBody>
        </p:sp>
        <p:sp>
          <p:nvSpPr>
            <p:cNvPr id="4" name="직사각형 3">
              <a:extLst>
                <a:ext uri="{FF2B5EF4-FFF2-40B4-BE49-F238E27FC236}">
                  <a16:creationId xmlns:a16="http://schemas.microsoft.com/office/drawing/2014/main" id="{5893EDA3-E0AD-5072-B9ED-2833F70023C4}"/>
                </a:ext>
              </a:extLst>
            </p:cNvPr>
            <p:cNvSpPr/>
            <p:nvPr/>
          </p:nvSpPr>
          <p:spPr>
            <a:xfrm>
              <a:off x="6651907" y="3521218"/>
              <a:ext cx="1054552" cy="516609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loki</a:t>
              </a:r>
              <a:endParaRPr lang="ko-KR" altLang="en-US" dirty="0"/>
            </a:p>
          </p:txBody>
        </p:sp>
        <p:sp>
          <p:nvSpPr>
            <p:cNvPr id="5" name="직사각형 4">
              <a:extLst>
                <a:ext uri="{FF2B5EF4-FFF2-40B4-BE49-F238E27FC236}">
                  <a16:creationId xmlns:a16="http://schemas.microsoft.com/office/drawing/2014/main" id="{8E2DBAF6-1F96-9EA5-79E7-D8C9487750CE}"/>
                </a:ext>
              </a:extLst>
            </p:cNvPr>
            <p:cNvSpPr/>
            <p:nvPr/>
          </p:nvSpPr>
          <p:spPr>
            <a:xfrm>
              <a:off x="8266584" y="3780086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Object</a:t>
              </a:r>
            </a:p>
            <a:p>
              <a:pPr algn="ctr"/>
              <a:r>
                <a:rPr lang="en-US" altLang="ko-KR" dirty="0"/>
                <a:t>Storage</a:t>
              </a:r>
            </a:p>
            <a:p>
              <a:pPr algn="ctr"/>
              <a:r>
                <a:rPr lang="en-US" altLang="ko-KR" dirty="0"/>
                <a:t>(</a:t>
              </a:r>
              <a:r>
                <a:rPr lang="en-US" altLang="ko-KR" dirty="0" err="1"/>
                <a:t>minIO</a:t>
              </a:r>
              <a:r>
                <a:rPr lang="ko-KR" altLang="en-US" dirty="0"/>
                <a:t> 설치형</a:t>
              </a:r>
              <a:r>
                <a:rPr lang="en-US" altLang="ko-KR" dirty="0"/>
                <a:t>)</a:t>
              </a:r>
              <a:endParaRPr lang="ko-KR" altLang="en-US" dirty="0"/>
            </a:p>
          </p:txBody>
        </p:sp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7D0A184F-352A-3F96-C210-BDE0BDBD3977}"/>
                </a:ext>
              </a:extLst>
            </p:cNvPr>
            <p:cNvSpPr/>
            <p:nvPr/>
          </p:nvSpPr>
          <p:spPr>
            <a:xfrm>
              <a:off x="8266584" y="1817782"/>
              <a:ext cx="1769835" cy="1478316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OpenSearch</a:t>
              </a:r>
              <a:br>
                <a:rPr lang="en-US" altLang="ko-KR" dirty="0"/>
              </a:br>
              <a:r>
                <a:rPr lang="en-US" altLang="ko-KR" dirty="0"/>
                <a:t>(Elastic Search)</a:t>
              </a:r>
              <a:endParaRPr lang="ko-KR" altLang="en-US" dirty="0"/>
            </a:p>
          </p:txBody>
        </p:sp>
        <p:cxnSp>
          <p:nvCxnSpPr>
            <p:cNvPr id="7" name="연결선: 꺾임 6">
              <a:extLst>
                <a:ext uri="{FF2B5EF4-FFF2-40B4-BE49-F238E27FC236}">
                  <a16:creationId xmlns:a16="http://schemas.microsoft.com/office/drawing/2014/main" id="{C06969AF-EF1C-91E6-1FE5-2B1EA51385FC}"/>
                </a:ext>
              </a:extLst>
            </p:cNvPr>
            <p:cNvCxnSpPr>
              <a:cxnSpLocks/>
              <a:stCxn id="4" idx="3"/>
            </p:cNvCxnSpPr>
            <p:nvPr/>
          </p:nvCxnSpPr>
          <p:spPr>
            <a:xfrm>
              <a:off x="7706459" y="3779523"/>
              <a:ext cx="560125" cy="353117"/>
            </a:xfrm>
            <a:prstGeom prst="bentConnector3">
              <a:avLst/>
            </a:prstGeom>
            <a:ln w="2857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02964FF5-983F-C6C8-2501-E13AD8D00F5D}"/>
                </a:ext>
              </a:extLst>
            </p:cNvPr>
            <p:cNvSpPr/>
            <p:nvPr/>
          </p:nvSpPr>
          <p:spPr>
            <a:xfrm>
              <a:off x="10920045" y="1623250"/>
              <a:ext cx="525648" cy="361150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vert="eaVert" rtlCol="0" anchor="ctr"/>
            <a:lstStyle/>
            <a:p>
              <a:pPr algn="ctr"/>
              <a:r>
                <a:rPr lang="en-US" altLang="ko-KR" dirty="0"/>
                <a:t>Grafana</a:t>
              </a:r>
              <a:endParaRPr lang="ko-KR" altLang="en-US" dirty="0"/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9143659D-0EE3-4A13-C47D-F7574E9365B0}"/>
                </a:ext>
              </a:extLst>
            </p:cNvPr>
            <p:cNvSpPr/>
            <p:nvPr/>
          </p:nvSpPr>
          <p:spPr>
            <a:xfrm>
              <a:off x="7552434" y="2294281"/>
              <a:ext cx="279316" cy="514349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600" dirty="0"/>
                <a:t>Thanos</a:t>
              </a:r>
              <a:endParaRPr lang="ko-KR" altLang="en-US" sz="600" dirty="0"/>
            </a:p>
          </p:txBody>
        </p:sp>
        <p:cxnSp>
          <p:nvCxnSpPr>
            <p:cNvPr id="11" name="연결선: 꺾임 10">
              <a:extLst>
                <a:ext uri="{FF2B5EF4-FFF2-40B4-BE49-F238E27FC236}">
                  <a16:creationId xmlns:a16="http://schemas.microsoft.com/office/drawing/2014/main" id="{138881E5-44A1-DE60-BD56-ADD7808D69F1}"/>
                </a:ext>
              </a:extLst>
            </p:cNvPr>
            <p:cNvCxnSpPr>
              <a:cxnSpLocks/>
              <a:stCxn id="6" idx="3"/>
              <a:endCxn id="9" idx="1"/>
            </p:cNvCxnSpPr>
            <p:nvPr/>
          </p:nvCxnSpPr>
          <p:spPr>
            <a:xfrm>
              <a:off x="10036419" y="2556940"/>
              <a:ext cx="883626" cy="872060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연결선: 꺾임 11">
              <a:extLst>
                <a:ext uri="{FF2B5EF4-FFF2-40B4-BE49-F238E27FC236}">
                  <a16:creationId xmlns:a16="http://schemas.microsoft.com/office/drawing/2014/main" id="{8DA205C9-D25D-E3A8-8A46-E48287A8B653}"/>
                </a:ext>
              </a:extLst>
            </p:cNvPr>
            <p:cNvCxnSpPr>
              <a:cxnSpLocks/>
              <a:stCxn id="5" idx="3"/>
              <a:endCxn id="9" idx="1"/>
            </p:cNvCxnSpPr>
            <p:nvPr/>
          </p:nvCxnSpPr>
          <p:spPr>
            <a:xfrm flipV="1">
              <a:off x="10036419" y="3429000"/>
              <a:ext cx="883626" cy="1090244"/>
            </a:xfrm>
            <a:prstGeom prst="bentConnector3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0444A055-0402-A030-4D95-5C73D6D587A1}"/>
                </a:ext>
              </a:extLst>
            </p:cNvPr>
            <p:cNvSpPr/>
            <p:nvPr/>
          </p:nvSpPr>
          <p:spPr>
            <a:xfrm>
              <a:off x="6490975" y="1061884"/>
              <a:ext cx="5308302" cy="425899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MGMT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82052D38-700C-774E-7995-66BE17326D9C}"/>
              </a:ext>
            </a:extLst>
          </p:cNvPr>
          <p:cNvGrpSpPr/>
          <p:nvPr/>
        </p:nvGrpSpPr>
        <p:grpSpPr>
          <a:xfrm>
            <a:off x="6756725" y="5368064"/>
            <a:ext cx="2545538" cy="1321135"/>
            <a:chOff x="6497351" y="5506092"/>
            <a:chExt cx="5308302" cy="132113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AE85F099-7265-78D1-87E0-DCE9F0B230B0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- </a:t>
              </a:r>
              <a:r>
                <a:rPr lang="en-US" altLang="ko-KR" dirty="0" err="1"/>
                <a:t>cubrid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4D401E2-EF55-B1BB-2214-1083B7F2D9F8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Database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DE70DED5-B97E-E4AC-116B-622A01079A28}"/>
              </a:ext>
            </a:extLst>
          </p:cNvPr>
          <p:cNvSpPr/>
          <p:nvPr/>
        </p:nvSpPr>
        <p:spPr>
          <a:xfrm>
            <a:off x="3895123" y="802826"/>
            <a:ext cx="78410" cy="58573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13CA1A59-3E0E-3BF8-5F3E-2FCDF1994A1D}"/>
              </a:ext>
            </a:extLst>
          </p:cNvPr>
          <p:cNvSpPr/>
          <p:nvPr/>
        </p:nvSpPr>
        <p:spPr>
          <a:xfrm>
            <a:off x="1191535" y="3693806"/>
            <a:ext cx="292837" cy="29663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b="1" dirty="0"/>
              <a:t>W A F</a:t>
            </a:r>
            <a:endParaRPr lang="ko-KR" altLang="en-US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8CC4132D-D221-AD7B-90C2-741B83040568}"/>
              </a:ext>
            </a:extLst>
          </p:cNvPr>
          <p:cNvGrpSpPr/>
          <p:nvPr/>
        </p:nvGrpSpPr>
        <p:grpSpPr>
          <a:xfrm>
            <a:off x="9614388" y="5368064"/>
            <a:ext cx="2444263" cy="1321135"/>
            <a:chOff x="6497351" y="5506092"/>
            <a:chExt cx="5308302" cy="132113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60D5282B-7A6A-7961-897F-B229CF9359DE}"/>
                </a:ext>
              </a:extLst>
            </p:cNvPr>
            <p:cNvSpPr/>
            <p:nvPr/>
          </p:nvSpPr>
          <p:spPr>
            <a:xfrm>
              <a:off x="6672689" y="6026443"/>
              <a:ext cx="4974888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Gitea</a:t>
              </a:r>
              <a:r>
                <a:rPr lang="en-US" altLang="ko-KR" dirty="0"/>
                <a:t>/</a:t>
              </a:r>
              <a:r>
                <a:rPr lang="en-US" altLang="ko-KR" dirty="0" err="1"/>
                <a:t>hobor</a:t>
              </a:r>
              <a:r>
                <a:rPr lang="en-US" altLang="ko-KR" dirty="0"/>
                <a:t>/…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ADCFEC3E-FB19-9E30-D363-43EBD246F556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CI/CD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6F185156-B9D9-8599-A5E0-CFC3BD992A1C}"/>
              </a:ext>
            </a:extLst>
          </p:cNvPr>
          <p:cNvSpPr/>
          <p:nvPr/>
        </p:nvSpPr>
        <p:spPr>
          <a:xfrm>
            <a:off x="52590" y="1233798"/>
            <a:ext cx="697666" cy="755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Browser</a:t>
            </a:r>
            <a:endParaRPr lang="ko-KR" altLang="en-US" sz="10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37B2D808-335F-F25A-F53C-56B258D270F7}"/>
              </a:ext>
            </a:extLst>
          </p:cNvPr>
          <p:cNvGrpSpPr/>
          <p:nvPr/>
        </p:nvGrpSpPr>
        <p:grpSpPr>
          <a:xfrm>
            <a:off x="2973831" y="5922062"/>
            <a:ext cx="1937895" cy="738111"/>
            <a:chOff x="2973831" y="5922062"/>
            <a:chExt cx="1937895" cy="73811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DDC7B3E9-3466-1233-6164-EB9272881DB1}"/>
                </a:ext>
              </a:extLst>
            </p:cNvPr>
            <p:cNvSpPr/>
            <p:nvPr/>
          </p:nvSpPr>
          <p:spPr>
            <a:xfrm>
              <a:off x="4155588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B4221F86-49D0-BF46-C03C-E7CB264AFF8C}"/>
                </a:ext>
              </a:extLst>
            </p:cNvPr>
            <p:cNvSpPr/>
            <p:nvPr/>
          </p:nvSpPr>
          <p:spPr>
            <a:xfrm>
              <a:off x="2973831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5C5A016E-A726-29E0-8E40-B6D20300E9F9}"/>
                </a:ext>
              </a:extLst>
            </p:cNvPr>
            <p:cNvCxnSpPr>
              <a:stCxn id="29" idx="3"/>
              <a:endCxn id="27" idx="1"/>
            </p:cNvCxnSpPr>
            <p:nvPr/>
          </p:nvCxnSpPr>
          <p:spPr>
            <a:xfrm>
              <a:off x="3729969" y="6291118"/>
              <a:ext cx="425619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D88D710-E5BA-97CF-664A-7FB7CAAC3063}"/>
              </a:ext>
            </a:extLst>
          </p:cNvPr>
          <p:cNvCxnSpPr>
            <a:cxnSpLocks/>
            <a:stCxn id="27" idx="0"/>
            <a:endCxn id="58" idx="2"/>
          </p:cNvCxnSpPr>
          <p:nvPr/>
        </p:nvCxnSpPr>
        <p:spPr>
          <a:xfrm flipV="1">
            <a:off x="4533657" y="4953942"/>
            <a:ext cx="785357" cy="96812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연결선: 꺾임 65">
            <a:extLst>
              <a:ext uri="{FF2B5EF4-FFF2-40B4-BE49-F238E27FC236}">
                <a16:creationId xmlns:a16="http://schemas.microsoft.com/office/drawing/2014/main" id="{E7A2EE8F-987D-DDFF-6345-E1336C697027}"/>
              </a:ext>
            </a:extLst>
          </p:cNvPr>
          <p:cNvCxnSpPr>
            <a:stCxn id="19" idx="3"/>
            <a:endCxn id="4" idx="1"/>
          </p:cNvCxnSpPr>
          <p:nvPr/>
        </p:nvCxnSpPr>
        <p:spPr>
          <a:xfrm>
            <a:off x="6031265" y="2605701"/>
            <a:ext cx="880016" cy="1088105"/>
          </a:xfrm>
          <a:prstGeom prst="bentConnector3">
            <a:avLst>
              <a:gd name="adj1" fmla="val 34014"/>
            </a:avLst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직선 화살표 연결선 60">
            <a:extLst>
              <a:ext uri="{FF2B5EF4-FFF2-40B4-BE49-F238E27FC236}">
                <a16:creationId xmlns:a16="http://schemas.microsoft.com/office/drawing/2014/main" id="{87B359AC-1CD8-6048-FD69-5BDFD5508E21}"/>
              </a:ext>
            </a:extLst>
          </p:cNvPr>
          <p:cNvCxnSpPr>
            <a:stCxn id="20" idx="3"/>
          </p:cNvCxnSpPr>
          <p:nvPr/>
        </p:nvCxnSpPr>
        <p:spPr>
          <a:xfrm>
            <a:off x="6045545" y="4294202"/>
            <a:ext cx="2440849" cy="0"/>
          </a:xfrm>
          <a:prstGeom prst="straightConnector1">
            <a:avLst/>
          </a:prstGeom>
          <a:ln w="381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직선 화살표 연결선 64">
            <a:extLst>
              <a:ext uri="{FF2B5EF4-FFF2-40B4-BE49-F238E27FC236}">
                <a16:creationId xmlns:a16="http://schemas.microsoft.com/office/drawing/2014/main" id="{CF4B7BB0-EC15-FFF8-4857-6ECF20E1D3E8}"/>
              </a:ext>
            </a:extLst>
          </p:cNvPr>
          <p:cNvCxnSpPr>
            <a:cxnSpLocks/>
          </p:cNvCxnSpPr>
          <p:nvPr/>
        </p:nvCxnSpPr>
        <p:spPr>
          <a:xfrm>
            <a:off x="6094974" y="2471713"/>
            <a:ext cx="816307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직선 화살표 연결선 71">
            <a:extLst>
              <a:ext uri="{FF2B5EF4-FFF2-40B4-BE49-F238E27FC236}">
                <a16:creationId xmlns:a16="http://schemas.microsoft.com/office/drawing/2014/main" id="{447BDC66-2776-98D3-F5FC-44DE35F217B3}"/>
              </a:ext>
            </a:extLst>
          </p:cNvPr>
          <p:cNvCxnSpPr>
            <a:stCxn id="10" idx="3"/>
            <a:endCxn id="6" idx="1"/>
          </p:cNvCxnSpPr>
          <p:nvPr/>
        </p:nvCxnSpPr>
        <p:spPr>
          <a:xfrm>
            <a:off x="8091124" y="2465739"/>
            <a:ext cx="434834" cy="548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4" name="그룹 113">
            <a:extLst>
              <a:ext uri="{FF2B5EF4-FFF2-40B4-BE49-F238E27FC236}">
                <a16:creationId xmlns:a16="http://schemas.microsoft.com/office/drawing/2014/main" id="{F51E9AB5-81E4-E310-8772-74441A640A06}"/>
              </a:ext>
            </a:extLst>
          </p:cNvPr>
          <p:cNvGrpSpPr/>
          <p:nvPr/>
        </p:nvGrpSpPr>
        <p:grpSpPr>
          <a:xfrm>
            <a:off x="6633796" y="4541015"/>
            <a:ext cx="207010" cy="1709168"/>
            <a:chOff x="6633796" y="3776296"/>
            <a:chExt cx="207010" cy="1709168"/>
          </a:xfrm>
        </p:grpSpPr>
        <p:cxnSp>
          <p:nvCxnSpPr>
            <p:cNvPr id="83" name="직선 연결선 82">
              <a:extLst>
                <a:ext uri="{FF2B5EF4-FFF2-40B4-BE49-F238E27FC236}">
                  <a16:creationId xmlns:a16="http://schemas.microsoft.com/office/drawing/2014/main" id="{D5AD1F27-C6DF-FD71-8E7A-F45E639D61ED}"/>
                </a:ext>
              </a:extLst>
            </p:cNvPr>
            <p:cNvCxnSpPr>
              <a:cxnSpLocks/>
            </p:cNvCxnSpPr>
            <p:nvPr/>
          </p:nvCxnSpPr>
          <p:spPr>
            <a:xfrm>
              <a:off x="6633796" y="3776296"/>
              <a:ext cx="0" cy="1709168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직선 화살표 연결선 84">
              <a:extLst>
                <a:ext uri="{FF2B5EF4-FFF2-40B4-BE49-F238E27FC236}">
                  <a16:creationId xmlns:a16="http://schemas.microsoft.com/office/drawing/2014/main" id="{04318CA7-14BB-2B70-6E48-20D2D1C7BA06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6651381" y="5474694"/>
              <a:ext cx="189425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02348642-AED9-7DD2-6DEF-32A4F64A4884}"/>
              </a:ext>
            </a:extLst>
          </p:cNvPr>
          <p:cNvGrpSpPr/>
          <p:nvPr/>
        </p:nvGrpSpPr>
        <p:grpSpPr>
          <a:xfrm>
            <a:off x="4134768" y="1861394"/>
            <a:ext cx="2516613" cy="3148213"/>
            <a:chOff x="4134768" y="1094257"/>
            <a:chExt cx="2516613" cy="31482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8D3D9304-E6D6-B96A-E443-88E73F1C49F4}"/>
                </a:ext>
              </a:extLst>
            </p:cNvPr>
            <p:cNvSpPr/>
            <p:nvPr/>
          </p:nvSpPr>
          <p:spPr>
            <a:xfrm>
              <a:off x="4496887" y="1501336"/>
              <a:ext cx="1619075" cy="24328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2E7113CE-9AD7-1867-2F3F-20C0E8FC2E2D}"/>
                </a:ext>
              </a:extLst>
            </p:cNvPr>
            <p:cNvSpPr/>
            <p:nvPr/>
          </p:nvSpPr>
          <p:spPr>
            <a:xfrm>
              <a:off x="5306425" y="1577485"/>
              <a:ext cx="724840" cy="52215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Fluent-bit</a:t>
              </a:r>
              <a:endParaRPr lang="ko-KR" altLang="en-US" sz="1200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EA184140-CD17-A720-4EC0-F2782DEF00AB}"/>
                </a:ext>
              </a:extLst>
            </p:cNvPr>
            <p:cNvSpPr/>
            <p:nvPr/>
          </p:nvSpPr>
          <p:spPr>
            <a:xfrm>
              <a:off x="5320705" y="3213296"/>
              <a:ext cx="724840" cy="6275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/>
                <a:t>Prometheus</a:t>
              </a:r>
            </a:p>
          </p:txBody>
        </p:sp>
        <p:sp>
          <p:nvSpPr>
            <p:cNvPr id="21" name="화살표: U자형 20">
              <a:extLst>
                <a:ext uri="{FF2B5EF4-FFF2-40B4-BE49-F238E27FC236}">
                  <a16:creationId xmlns:a16="http://schemas.microsoft.com/office/drawing/2014/main" id="{E1872D5B-9BC1-9724-E368-B60C303AD42C}"/>
                </a:ext>
              </a:extLst>
            </p:cNvPr>
            <p:cNvSpPr/>
            <p:nvPr/>
          </p:nvSpPr>
          <p:spPr>
            <a:xfrm rot="10800000">
              <a:off x="5561788" y="2018440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2" name="화살표: U자형 21">
              <a:extLst>
                <a:ext uri="{FF2B5EF4-FFF2-40B4-BE49-F238E27FC236}">
                  <a16:creationId xmlns:a16="http://schemas.microsoft.com/office/drawing/2014/main" id="{974ECB86-647E-4CBC-3D11-38D82D3971AB}"/>
                </a:ext>
              </a:extLst>
            </p:cNvPr>
            <p:cNvSpPr/>
            <p:nvPr/>
          </p:nvSpPr>
          <p:spPr>
            <a:xfrm>
              <a:off x="5605003" y="2759911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8630246-374B-65E8-B1DC-937D931C3485}"/>
                </a:ext>
              </a:extLst>
            </p:cNvPr>
            <p:cNvSpPr txBox="1"/>
            <p:nvPr/>
          </p:nvSpPr>
          <p:spPr>
            <a:xfrm>
              <a:off x="5363472" y="1776888"/>
              <a:ext cx="631904" cy="3732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sz="900" dirty="0"/>
                <a:t>Log file</a:t>
              </a:r>
            </a:p>
            <a:p>
              <a:r>
                <a:rPr lang="en-US" altLang="ko-KR" sz="900" dirty="0"/>
                <a:t>collector</a:t>
              </a:r>
              <a:endParaRPr lang="ko-KR" altLang="en-US" sz="900" dirty="0"/>
            </a:p>
          </p:txBody>
        </p:sp>
        <p:sp>
          <p:nvSpPr>
            <p:cNvPr id="24" name="TextBox 23">
              <a:extLst>
                <a:ext uri="{FF2B5EF4-FFF2-40B4-BE49-F238E27FC236}">
                  <a16:creationId xmlns:a16="http://schemas.microsoft.com/office/drawing/2014/main" id="{5E7DD115-CA4B-F647-3FC3-F8EEA7D33026}"/>
                </a:ext>
              </a:extLst>
            </p:cNvPr>
            <p:cNvSpPr txBox="1"/>
            <p:nvPr/>
          </p:nvSpPr>
          <p:spPr>
            <a:xfrm>
              <a:off x="5449804" y="3444437"/>
              <a:ext cx="598241" cy="4355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altLang="ko-KR" sz="1100" dirty="0"/>
                <a:t>Infra</a:t>
              </a:r>
            </a:p>
            <a:p>
              <a:pPr algn="ctr"/>
              <a:r>
                <a:rPr lang="en-US" altLang="ko-KR" sz="1100" dirty="0"/>
                <a:t>sensor</a:t>
              </a:r>
              <a:endParaRPr lang="ko-KR" altLang="en-US" sz="1100" dirty="0"/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C4BA14EF-483E-07E6-9FA4-5D32D6D1E3F3}"/>
                </a:ext>
              </a:extLst>
            </p:cNvPr>
            <p:cNvSpPr/>
            <p:nvPr/>
          </p:nvSpPr>
          <p:spPr>
            <a:xfrm>
              <a:off x="4134768" y="1094257"/>
              <a:ext cx="2375935" cy="31482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A9EB32C7-8F31-7F8D-A4E4-0A932E422353}"/>
                </a:ext>
              </a:extLst>
            </p:cNvPr>
            <p:cNvSpPr/>
            <p:nvPr/>
          </p:nvSpPr>
          <p:spPr>
            <a:xfrm>
              <a:off x="4495451" y="4003531"/>
              <a:ext cx="1647125" cy="18327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ISTIO ingress = API/GW</a:t>
              </a:r>
              <a:endParaRPr lang="ko-KR" altLang="en-US" sz="1050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4280B025-5630-5CD8-8A49-05E7B6EF217C}"/>
                </a:ext>
              </a:extLst>
            </p:cNvPr>
            <p:cNvGrpSpPr/>
            <p:nvPr/>
          </p:nvGrpSpPr>
          <p:grpSpPr>
            <a:xfrm>
              <a:off x="4155940" y="1501337"/>
              <a:ext cx="346249" cy="2432807"/>
              <a:chOff x="4177920" y="1501337"/>
              <a:chExt cx="346249" cy="243280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FCB9CCE3-7754-6A5B-E40E-056A4CDEC821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C43BD3BE-B242-1481-F58C-CDB38FFEAC28}"/>
                  </a:ext>
                </a:extLst>
              </p:cNvPr>
              <p:cNvSpPr txBox="1"/>
              <p:nvPr/>
            </p:nvSpPr>
            <p:spPr>
              <a:xfrm>
                <a:off x="4177920" y="2015864"/>
                <a:ext cx="346249" cy="1426031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service discovery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  <p:cxnSp>
          <p:nvCxnSpPr>
            <p:cNvPr id="88" name="직선 연결선 87">
              <a:extLst>
                <a:ext uri="{FF2B5EF4-FFF2-40B4-BE49-F238E27FC236}">
                  <a16:creationId xmlns:a16="http://schemas.microsoft.com/office/drawing/2014/main" id="{A0533188-AED9-E7DA-E964-9BFEBF7F0BBB}"/>
                </a:ext>
              </a:extLst>
            </p:cNvPr>
            <p:cNvCxnSpPr>
              <a:cxnSpLocks/>
            </p:cNvCxnSpPr>
            <p:nvPr/>
          </p:nvCxnSpPr>
          <p:spPr>
            <a:xfrm>
              <a:off x="6115962" y="3776296"/>
              <a:ext cx="535419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A3D5AE59-9AD2-AC56-37F9-0958EA58FB88}"/>
                </a:ext>
              </a:extLst>
            </p:cNvPr>
            <p:cNvGrpSpPr/>
            <p:nvPr/>
          </p:nvGrpSpPr>
          <p:grpSpPr>
            <a:xfrm>
              <a:off x="6142390" y="1501336"/>
              <a:ext cx="346249" cy="2432807"/>
              <a:chOff x="4177920" y="1501336"/>
              <a:chExt cx="346249" cy="2432807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057E0832-92CE-DB59-A3BA-92F5867038FB}"/>
                  </a:ext>
                </a:extLst>
              </p:cNvPr>
              <p:cNvSpPr/>
              <p:nvPr/>
            </p:nvSpPr>
            <p:spPr>
              <a:xfrm>
                <a:off x="4212194" y="1501336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BC8D3495-6CB2-3241-45E2-B47E4CF5592D}"/>
                  </a:ext>
                </a:extLst>
              </p:cNvPr>
              <p:cNvSpPr txBox="1"/>
              <p:nvPr/>
            </p:nvSpPr>
            <p:spPr>
              <a:xfrm>
                <a:off x="4177920" y="2367496"/>
                <a:ext cx="346249" cy="784830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egress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6DEF09B5-B902-47A0-2D64-E85E3508C7B1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484372" y="4647089"/>
            <a:ext cx="1489459" cy="16440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" name="TextBox 102">
            <a:extLst>
              <a:ext uri="{FF2B5EF4-FFF2-40B4-BE49-F238E27FC236}">
                <a16:creationId xmlns:a16="http://schemas.microsoft.com/office/drawing/2014/main" id="{11FE4099-6D9B-3735-489B-5154D6E0571D}"/>
              </a:ext>
            </a:extLst>
          </p:cNvPr>
          <p:cNvSpPr txBox="1"/>
          <p:nvPr/>
        </p:nvSpPr>
        <p:spPr>
          <a:xfrm>
            <a:off x="7008137" y="3732394"/>
            <a:ext cx="95410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dirty="0">
                <a:solidFill>
                  <a:schemeClr val="bg1"/>
                </a:solidFill>
              </a:rPr>
              <a:t>Biz log </a:t>
            </a:r>
            <a:r>
              <a:rPr lang="ko-KR" altLang="en-US" sz="1050" dirty="0">
                <a:solidFill>
                  <a:schemeClr val="bg1"/>
                </a:solidFill>
              </a:rPr>
              <a:t>수집</a:t>
            </a:r>
          </a:p>
        </p:txBody>
      </p:sp>
      <p:sp>
        <p:nvSpPr>
          <p:cNvPr id="104" name="TextBox 103">
            <a:extLst>
              <a:ext uri="{FF2B5EF4-FFF2-40B4-BE49-F238E27FC236}">
                <a16:creationId xmlns:a16="http://schemas.microsoft.com/office/drawing/2014/main" id="{0744499D-A955-97BF-4FA5-7249C97FAD9D}"/>
              </a:ext>
            </a:extLst>
          </p:cNvPr>
          <p:cNvSpPr txBox="1"/>
          <p:nvPr/>
        </p:nvSpPr>
        <p:spPr>
          <a:xfrm>
            <a:off x="6866438" y="1951466"/>
            <a:ext cx="13484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분산 </a:t>
            </a:r>
            <a:r>
              <a:rPr lang="en-US" altLang="ko-KR" sz="1000" dirty="0"/>
              <a:t>traffic log </a:t>
            </a:r>
            <a:r>
              <a:rPr lang="ko-KR" altLang="en-US" sz="1000" dirty="0"/>
              <a:t>수집</a:t>
            </a:r>
          </a:p>
        </p:txBody>
      </p:sp>
      <p:sp>
        <p:nvSpPr>
          <p:cNvPr id="105" name="TextBox 104">
            <a:extLst>
              <a:ext uri="{FF2B5EF4-FFF2-40B4-BE49-F238E27FC236}">
                <a16:creationId xmlns:a16="http://schemas.microsoft.com/office/drawing/2014/main" id="{91BEE18E-6B1C-5F61-0551-5269965DE831}"/>
              </a:ext>
            </a:extLst>
          </p:cNvPr>
          <p:cNvSpPr txBox="1"/>
          <p:nvPr/>
        </p:nvSpPr>
        <p:spPr>
          <a:xfrm>
            <a:off x="6864061" y="4294794"/>
            <a:ext cx="140775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dirty="0"/>
              <a:t>서버상태 </a:t>
            </a:r>
            <a:r>
              <a:rPr lang="en-US" altLang="ko-KR" sz="1000" dirty="0"/>
              <a:t>metric </a:t>
            </a:r>
            <a:r>
              <a:rPr lang="ko-KR" altLang="en-US" sz="1000" dirty="0"/>
              <a:t>수집</a:t>
            </a:r>
          </a:p>
        </p:txBody>
      </p: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8ECE19E5-A0B9-1121-2D12-B418FCC79415}"/>
              </a:ext>
            </a:extLst>
          </p:cNvPr>
          <p:cNvSpPr/>
          <p:nvPr/>
        </p:nvSpPr>
        <p:spPr>
          <a:xfrm>
            <a:off x="101356" y="3943506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F3308802-0206-09A6-542A-4F194AF0545F}"/>
              </a:ext>
            </a:extLst>
          </p:cNvPr>
          <p:cNvCxnSpPr>
            <a:cxnSpLocks/>
          </p:cNvCxnSpPr>
          <p:nvPr/>
        </p:nvCxnSpPr>
        <p:spPr>
          <a:xfrm flipV="1">
            <a:off x="693066" y="4630880"/>
            <a:ext cx="498469" cy="4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FB46D674-90CA-D1C0-B3A2-032157953B81}"/>
              </a:ext>
            </a:extLst>
          </p:cNvPr>
          <p:cNvSpPr txBox="1"/>
          <p:nvPr/>
        </p:nvSpPr>
        <p:spPr>
          <a:xfrm>
            <a:off x="3503011" y="5645063"/>
            <a:ext cx="9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Access log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8E98DEAF-3142-6425-2410-5115B656D599}"/>
              </a:ext>
            </a:extLst>
          </p:cNvPr>
          <p:cNvSpPr/>
          <p:nvPr/>
        </p:nvSpPr>
        <p:spPr>
          <a:xfrm>
            <a:off x="1793446" y="79131"/>
            <a:ext cx="10352862" cy="631376"/>
          </a:xfrm>
          <a:prstGeom prst="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86E2999-5E03-D56F-5D69-0F0406429C6B}"/>
              </a:ext>
            </a:extLst>
          </p:cNvPr>
          <p:cNvSpPr/>
          <p:nvPr/>
        </p:nvSpPr>
        <p:spPr>
          <a:xfrm>
            <a:off x="4261017" y="171450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Object Storage (NHN)</a:t>
            </a:r>
            <a:endParaRPr lang="ko-KR" altLang="en-US" sz="14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4202A08B-F731-DB4B-CDAD-89B12713749B}"/>
              </a:ext>
            </a:extLst>
          </p:cNvPr>
          <p:cNvSpPr/>
          <p:nvPr/>
        </p:nvSpPr>
        <p:spPr>
          <a:xfrm>
            <a:off x="3456522" y="171450"/>
            <a:ext cx="642200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CDN</a:t>
            </a:r>
            <a:endParaRPr lang="ko-KR" altLang="en-US" sz="1400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BFFFB3EE-9436-1A5E-60DB-28E2A9E1965C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401423" y="1989153"/>
            <a:ext cx="779551" cy="1991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8938327-012A-D6A1-DF4A-B7BC093F73DA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098722" y="402254"/>
            <a:ext cx="16229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90E1DD1C-9ECD-E770-3794-C507B4482EDB}"/>
              </a:ext>
            </a:extLst>
          </p:cNvPr>
          <p:cNvCxnSpPr>
            <a:stCxn id="40" idx="0"/>
            <a:endCxn id="71" idx="1"/>
          </p:cNvCxnSpPr>
          <p:nvPr/>
        </p:nvCxnSpPr>
        <p:spPr>
          <a:xfrm rot="5400000" flipH="1" flipV="1">
            <a:off x="1513201" y="-709522"/>
            <a:ext cx="831543" cy="30550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5E51308D-DE3C-2848-BD06-5C0D827400E0}"/>
              </a:ext>
            </a:extLst>
          </p:cNvPr>
          <p:cNvSpPr txBox="1"/>
          <p:nvPr/>
        </p:nvSpPr>
        <p:spPr>
          <a:xfrm>
            <a:off x="-67212" y="0"/>
            <a:ext cx="212103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ALT-3 : cloud</a:t>
            </a:r>
            <a:r>
              <a:rPr lang="ko-KR" altLang="en-US" b="1" dirty="0"/>
              <a:t>화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014F53D-C792-3A23-17CE-28A14ECC5196}"/>
              </a:ext>
            </a:extLst>
          </p:cNvPr>
          <p:cNvSpPr txBox="1"/>
          <p:nvPr/>
        </p:nvSpPr>
        <p:spPr>
          <a:xfrm>
            <a:off x="1750360" y="77151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우리계정</a:t>
            </a:r>
            <a:r>
              <a:rPr lang="ko-KR" altLang="en-US" dirty="0"/>
              <a:t> 영역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B56E10F-98B3-DE95-299C-D59DDC2A307E}"/>
              </a:ext>
            </a:extLst>
          </p:cNvPr>
          <p:cNvSpPr txBox="1"/>
          <p:nvPr/>
        </p:nvSpPr>
        <p:spPr>
          <a:xfrm>
            <a:off x="1750360" y="55959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NHN</a:t>
            </a:r>
            <a:r>
              <a:rPr lang="ko-KR" altLang="en-US" dirty="0"/>
              <a:t> 고유영역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8BDCE0C5-8D83-03E7-4E26-B8B669A2EA47}"/>
              </a:ext>
            </a:extLst>
          </p:cNvPr>
          <p:cNvSpPr txBox="1"/>
          <p:nvPr/>
        </p:nvSpPr>
        <p:spPr>
          <a:xfrm>
            <a:off x="1191535" y="146179"/>
            <a:ext cx="840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DDoS</a:t>
            </a:r>
          </a:p>
          <a:p>
            <a:r>
              <a:rPr lang="en-US" altLang="ko-KR" sz="1400" dirty="0"/>
              <a:t>Hacking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18F1D03-04CF-8473-5E5C-79121F8A873D}"/>
              </a:ext>
            </a:extLst>
          </p:cNvPr>
          <p:cNvSpPr txBox="1"/>
          <p:nvPr/>
        </p:nvSpPr>
        <p:spPr>
          <a:xfrm>
            <a:off x="-4872" y="625253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App  </a:t>
            </a:r>
            <a:r>
              <a:rPr lang="ko-KR" altLang="en-US" sz="1200" dirty="0"/>
              <a:t>다운로드</a:t>
            </a:r>
            <a:endParaRPr lang="en-US" altLang="ko-KR" sz="1200" dirty="0"/>
          </a:p>
          <a:p>
            <a:r>
              <a:rPr lang="en-US" altLang="ko-KR" sz="1200" dirty="0"/>
              <a:t>File   upload</a:t>
            </a:r>
            <a:endParaRPr lang="ko-KR" altLang="en-US" sz="12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B938344-B8EE-4725-063A-4C647DE7F1DF}"/>
              </a:ext>
            </a:extLst>
          </p:cNvPr>
          <p:cNvSpPr txBox="1"/>
          <p:nvPr/>
        </p:nvSpPr>
        <p:spPr>
          <a:xfrm>
            <a:off x="9226459" y="1414497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1A4193F5-4858-7D55-2EC2-E63C006E3B2C}"/>
              </a:ext>
            </a:extLst>
          </p:cNvPr>
          <p:cNvSpPr txBox="1"/>
          <p:nvPr/>
        </p:nvSpPr>
        <p:spPr>
          <a:xfrm>
            <a:off x="7396310" y="167744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01B02DC4-912A-FC51-AF79-ADE9BB696BE2}"/>
              </a:ext>
            </a:extLst>
          </p:cNvPr>
          <p:cNvSpPr txBox="1"/>
          <p:nvPr/>
        </p:nvSpPr>
        <p:spPr>
          <a:xfrm>
            <a:off x="7414045" y="3111945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1DA15581-41DB-5777-7A49-74EC67D87C1F}"/>
              </a:ext>
            </a:extLst>
          </p:cNvPr>
          <p:cNvSpPr txBox="1"/>
          <p:nvPr/>
        </p:nvSpPr>
        <p:spPr>
          <a:xfrm>
            <a:off x="9225261" y="3361400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③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9145E4A-BAED-DABB-5F60-F311E68C7A84}"/>
              </a:ext>
            </a:extLst>
          </p:cNvPr>
          <p:cNvSpPr txBox="1"/>
          <p:nvPr/>
        </p:nvSpPr>
        <p:spPr>
          <a:xfrm>
            <a:off x="11232421" y="1230858"/>
            <a:ext cx="4154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>
                <a:solidFill>
                  <a:srgbClr val="FF0000"/>
                </a:solidFill>
              </a:rPr>
              <a:t>②</a:t>
            </a:r>
            <a:endParaRPr lang="ko-KR" altLang="en-US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705310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B23E3E-7F8F-0586-0B1A-48805A7F1C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직사각형 40">
            <a:extLst>
              <a:ext uri="{FF2B5EF4-FFF2-40B4-BE49-F238E27FC236}">
                <a16:creationId xmlns:a16="http://schemas.microsoft.com/office/drawing/2014/main" id="{95EDDE28-3667-272A-34C4-9D2FD22FF8D8}"/>
              </a:ext>
            </a:extLst>
          </p:cNvPr>
          <p:cNvSpPr/>
          <p:nvPr/>
        </p:nvSpPr>
        <p:spPr>
          <a:xfrm>
            <a:off x="1793447" y="762239"/>
            <a:ext cx="10352861" cy="6027113"/>
          </a:xfrm>
          <a:prstGeom prst="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90E98898-F37F-6F8E-30CB-8A7E91AD35F8}"/>
              </a:ext>
            </a:extLst>
          </p:cNvPr>
          <p:cNvSpPr/>
          <p:nvPr/>
        </p:nvSpPr>
        <p:spPr>
          <a:xfrm>
            <a:off x="5503449" y="875933"/>
            <a:ext cx="3054299" cy="53358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4" name="그룹 13">
            <a:extLst>
              <a:ext uri="{FF2B5EF4-FFF2-40B4-BE49-F238E27FC236}">
                <a16:creationId xmlns:a16="http://schemas.microsoft.com/office/drawing/2014/main" id="{4D9C326D-F8A3-F133-8A7C-F2F157B3EDD5}"/>
              </a:ext>
            </a:extLst>
          </p:cNvPr>
          <p:cNvGrpSpPr/>
          <p:nvPr/>
        </p:nvGrpSpPr>
        <p:grpSpPr>
          <a:xfrm>
            <a:off x="5781909" y="4489807"/>
            <a:ext cx="2375935" cy="1426031"/>
            <a:chOff x="6497351" y="5506092"/>
            <a:chExt cx="5308302" cy="1321135"/>
          </a:xfrm>
        </p:grpSpPr>
        <p:sp>
          <p:nvSpPr>
            <p:cNvPr id="15" name="사각형: 둥근 모서리 14">
              <a:extLst>
                <a:ext uri="{FF2B5EF4-FFF2-40B4-BE49-F238E27FC236}">
                  <a16:creationId xmlns:a16="http://schemas.microsoft.com/office/drawing/2014/main" id="{F0E941AE-6624-1670-9339-848764CC3DBA}"/>
                </a:ext>
              </a:extLst>
            </p:cNvPr>
            <p:cNvSpPr/>
            <p:nvPr/>
          </p:nvSpPr>
          <p:spPr>
            <a:xfrm>
              <a:off x="7318241" y="6026443"/>
              <a:ext cx="3605486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- </a:t>
              </a:r>
              <a:r>
                <a:rPr lang="en-US" altLang="ko-KR" dirty="0" err="1"/>
                <a:t>cubrid</a:t>
              </a:r>
              <a:endParaRPr lang="ko-KR" altLang="en-US" dirty="0"/>
            </a:p>
          </p:txBody>
        </p:sp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2C457A70-714A-EC1D-DD14-CA83066DF31C}"/>
                </a:ext>
              </a:extLst>
            </p:cNvPr>
            <p:cNvSpPr/>
            <p:nvPr/>
          </p:nvSpPr>
          <p:spPr>
            <a:xfrm>
              <a:off x="6497351" y="5506092"/>
              <a:ext cx="530830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Database 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F9D20F61-DA72-6995-96DB-74B91E7058C5}"/>
              </a:ext>
            </a:extLst>
          </p:cNvPr>
          <p:cNvSpPr/>
          <p:nvPr/>
        </p:nvSpPr>
        <p:spPr>
          <a:xfrm>
            <a:off x="3895123" y="802826"/>
            <a:ext cx="78410" cy="5857341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756EE90B-947E-0401-D59D-C916D965F5A1}"/>
              </a:ext>
            </a:extLst>
          </p:cNvPr>
          <p:cNvSpPr/>
          <p:nvPr/>
        </p:nvSpPr>
        <p:spPr>
          <a:xfrm>
            <a:off x="1191535" y="3693806"/>
            <a:ext cx="292837" cy="29663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b="1" dirty="0"/>
              <a:t>W A F</a:t>
            </a:r>
            <a:endParaRPr lang="ko-KR" altLang="en-US" b="1" dirty="0"/>
          </a:p>
        </p:txBody>
      </p: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220BDE55-7593-7AB7-09AF-7886F2276D60}"/>
              </a:ext>
            </a:extLst>
          </p:cNvPr>
          <p:cNvGrpSpPr/>
          <p:nvPr/>
        </p:nvGrpSpPr>
        <p:grpSpPr>
          <a:xfrm>
            <a:off x="8945533" y="4569640"/>
            <a:ext cx="2932871" cy="1321135"/>
            <a:chOff x="5044774" y="4707668"/>
            <a:chExt cx="6369432" cy="1321135"/>
          </a:xfrm>
        </p:grpSpPr>
        <p:sp>
          <p:nvSpPr>
            <p:cNvPr id="36" name="사각형: 둥근 모서리 35">
              <a:extLst>
                <a:ext uri="{FF2B5EF4-FFF2-40B4-BE49-F238E27FC236}">
                  <a16:creationId xmlns:a16="http://schemas.microsoft.com/office/drawing/2014/main" id="{0B1BEC26-CBF6-1685-57E1-AC3EDE976AD7}"/>
                </a:ext>
              </a:extLst>
            </p:cNvPr>
            <p:cNvSpPr/>
            <p:nvPr/>
          </p:nvSpPr>
          <p:spPr>
            <a:xfrm>
              <a:off x="5742044" y="5219594"/>
              <a:ext cx="4974889" cy="701996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Gitea</a:t>
              </a:r>
              <a:r>
                <a:rPr lang="en-US" altLang="ko-KR" dirty="0"/>
                <a:t> / </a:t>
              </a:r>
              <a:r>
                <a:rPr lang="en-US" altLang="ko-KR" dirty="0" err="1"/>
                <a:t>hobor</a:t>
              </a:r>
              <a:r>
                <a:rPr lang="en-US" altLang="ko-KR" dirty="0"/>
                <a:t> / nexus / Jenkins</a:t>
              </a:r>
              <a:endParaRPr lang="ko-KR" altLang="en-US" dirty="0"/>
            </a:p>
          </p:txBody>
        </p:sp>
        <p:sp>
          <p:nvSpPr>
            <p:cNvPr id="37" name="직사각형 36">
              <a:extLst>
                <a:ext uri="{FF2B5EF4-FFF2-40B4-BE49-F238E27FC236}">
                  <a16:creationId xmlns:a16="http://schemas.microsoft.com/office/drawing/2014/main" id="{76A9D894-CD9D-3AA7-783A-88C1C38E877A}"/>
                </a:ext>
              </a:extLst>
            </p:cNvPr>
            <p:cNvSpPr/>
            <p:nvPr/>
          </p:nvSpPr>
          <p:spPr>
            <a:xfrm>
              <a:off x="5044774" y="4707668"/>
              <a:ext cx="6369432" cy="132113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CI/CD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</p:grpSp>
      <p:sp>
        <p:nvSpPr>
          <p:cNvPr id="40" name="타원 39">
            <a:extLst>
              <a:ext uri="{FF2B5EF4-FFF2-40B4-BE49-F238E27FC236}">
                <a16:creationId xmlns:a16="http://schemas.microsoft.com/office/drawing/2014/main" id="{23A5ECD1-4313-7DD2-4522-9510422975AF}"/>
              </a:ext>
            </a:extLst>
          </p:cNvPr>
          <p:cNvSpPr/>
          <p:nvPr/>
        </p:nvSpPr>
        <p:spPr>
          <a:xfrm>
            <a:off x="52590" y="1233798"/>
            <a:ext cx="697666" cy="755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Browser</a:t>
            </a:r>
            <a:endParaRPr lang="ko-KR" altLang="en-US" sz="1000" dirty="0"/>
          </a:p>
        </p:txBody>
      </p:sp>
      <p:grpSp>
        <p:nvGrpSpPr>
          <p:cNvPr id="50" name="그룹 49">
            <a:extLst>
              <a:ext uri="{FF2B5EF4-FFF2-40B4-BE49-F238E27FC236}">
                <a16:creationId xmlns:a16="http://schemas.microsoft.com/office/drawing/2014/main" id="{8A2F50BA-5E85-E25D-0D11-70C0BE1CB870}"/>
              </a:ext>
            </a:extLst>
          </p:cNvPr>
          <p:cNvGrpSpPr/>
          <p:nvPr/>
        </p:nvGrpSpPr>
        <p:grpSpPr>
          <a:xfrm>
            <a:off x="2973831" y="5922062"/>
            <a:ext cx="1937895" cy="738111"/>
            <a:chOff x="2973831" y="5922062"/>
            <a:chExt cx="1937895" cy="738111"/>
          </a:xfrm>
        </p:grpSpPr>
        <p:sp>
          <p:nvSpPr>
            <p:cNvPr id="27" name="직사각형 26">
              <a:extLst>
                <a:ext uri="{FF2B5EF4-FFF2-40B4-BE49-F238E27FC236}">
                  <a16:creationId xmlns:a16="http://schemas.microsoft.com/office/drawing/2014/main" id="{AB275548-F352-0B50-1FFA-1AC3DC0DD5FA}"/>
                </a:ext>
              </a:extLst>
            </p:cNvPr>
            <p:cNvSpPr/>
            <p:nvPr/>
          </p:nvSpPr>
          <p:spPr>
            <a:xfrm>
              <a:off x="4155588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2D8B9444-7563-EAA2-E63C-2B256D945DAA}"/>
                </a:ext>
              </a:extLst>
            </p:cNvPr>
            <p:cNvSpPr/>
            <p:nvPr/>
          </p:nvSpPr>
          <p:spPr>
            <a:xfrm>
              <a:off x="2973831" y="5922062"/>
              <a:ext cx="756138" cy="738111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ko-KR" altLang="en-US" sz="1400"/>
                <a:t>망연계</a:t>
              </a:r>
              <a:endParaRPr lang="ko-KR" altLang="en-US" sz="1400" dirty="0"/>
            </a:p>
          </p:txBody>
        </p:sp>
        <p:cxnSp>
          <p:nvCxnSpPr>
            <p:cNvPr id="49" name="직선 화살표 연결선 48">
              <a:extLst>
                <a:ext uri="{FF2B5EF4-FFF2-40B4-BE49-F238E27FC236}">
                  <a16:creationId xmlns:a16="http://schemas.microsoft.com/office/drawing/2014/main" id="{5AC799AC-EAAD-4B1B-E0B3-847640E9F14C}"/>
                </a:ext>
              </a:extLst>
            </p:cNvPr>
            <p:cNvCxnSpPr>
              <a:stCxn id="29" idx="3"/>
              <a:endCxn id="27" idx="1"/>
            </p:cNvCxnSpPr>
            <p:nvPr/>
          </p:nvCxnSpPr>
          <p:spPr>
            <a:xfrm>
              <a:off x="3729969" y="6291118"/>
              <a:ext cx="425619" cy="0"/>
            </a:xfrm>
            <a:prstGeom prst="straightConnector1">
              <a:avLst/>
            </a:prstGeom>
            <a:ln w="22225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5975AFFB-0094-0EE1-FF89-F25D5B9DCB5C}"/>
              </a:ext>
            </a:extLst>
          </p:cNvPr>
          <p:cNvGrpSpPr/>
          <p:nvPr/>
        </p:nvGrpSpPr>
        <p:grpSpPr>
          <a:xfrm>
            <a:off x="5781909" y="1341594"/>
            <a:ext cx="2375935" cy="3148213"/>
            <a:chOff x="4134768" y="1094257"/>
            <a:chExt cx="2375935" cy="31482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0483D55F-FC94-135D-7047-B05BC69D0EBC}"/>
                </a:ext>
              </a:extLst>
            </p:cNvPr>
            <p:cNvSpPr/>
            <p:nvPr/>
          </p:nvSpPr>
          <p:spPr>
            <a:xfrm>
              <a:off x="4496887" y="1501336"/>
              <a:ext cx="1619075" cy="24328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558E7A3-E593-24AD-E636-BC12BA3492C4}"/>
                </a:ext>
              </a:extLst>
            </p:cNvPr>
            <p:cNvSpPr/>
            <p:nvPr/>
          </p:nvSpPr>
          <p:spPr>
            <a:xfrm>
              <a:off x="5320705" y="3213296"/>
              <a:ext cx="724840" cy="6275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Whatap</a:t>
              </a:r>
              <a:endParaRPr lang="en-US" altLang="ko-KR" sz="1200" dirty="0"/>
            </a:p>
          </p:txBody>
        </p:sp>
        <p:sp>
          <p:nvSpPr>
            <p:cNvPr id="22" name="화살표: U자형 21">
              <a:extLst>
                <a:ext uri="{FF2B5EF4-FFF2-40B4-BE49-F238E27FC236}">
                  <a16:creationId xmlns:a16="http://schemas.microsoft.com/office/drawing/2014/main" id="{EC592E3F-4028-7E0A-57A0-607D89700A46}"/>
                </a:ext>
              </a:extLst>
            </p:cNvPr>
            <p:cNvSpPr/>
            <p:nvPr/>
          </p:nvSpPr>
          <p:spPr>
            <a:xfrm>
              <a:off x="5605003" y="2759911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AB6F4626-E803-2A3C-2E3E-4B8AA50DB29D}"/>
                </a:ext>
              </a:extLst>
            </p:cNvPr>
            <p:cNvSpPr/>
            <p:nvPr/>
          </p:nvSpPr>
          <p:spPr>
            <a:xfrm>
              <a:off x="4134768" y="1094257"/>
              <a:ext cx="2375935" cy="31482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5C86DFE1-7C3A-5E02-5C64-1D4C2235CB7E}"/>
                </a:ext>
              </a:extLst>
            </p:cNvPr>
            <p:cNvSpPr/>
            <p:nvPr/>
          </p:nvSpPr>
          <p:spPr>
            <a:xfrm>
              <a:off x="4495451" y="4003531"/>
              <a:ext cx="1647125" cy="18327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ISTIO   Egress</a:t>
              </a:r>
              <a:endParaRPr lang="ko-KR" altLang="en-US" sz="1050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CD75E7B9-3F96-14B6-333D-E2A8E0F32A50}"/>
                </a:ext>
              </a:extLst>
            </p:cNvPr>
            <p:cNvGrpSpPr/>
            <p:nvPr/>
          </p:nvGrpSpPr>
          <p:grpSpPr>
            <a:xfrm>
              <a:off x="4155940" y="1501337"/>
              <a:ext cx="346249" cy="2432807"/>
              <a:chOff x="4177920" y="1501337"/>
              <a:chExt cx="346249" cy="243280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DCF9645E-0B52-D11A-95AD-5082EB5BD072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E1EC3208-263A-20DB-71B5-B2777E664604}"/>
                  </a:ext>
                </a:extLst>
              </p:cNvPr>
              <p:cNvSpPr txBox="1"/>
              <p:nvPr/>
            </p:nvSpPr>
            <p:spPr>
              <a:xfrm>
                <a:off x="4177920" y="2015864"/>
                <a:ext cx="346249" cy="1485343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Ingress (API G/W)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0F56825E-5F15-D606-B26F-57F651377BB2}"/>
                </a:ext>
              </a:extLst>
            </p:cNvPr>
            <p:cNvGrpSpPr/>
            <p:nvPr/>
          </p:nvGrpSpPr>
          <p:grpSpPr>
            <a:xfrm>
              <a:off x="6150268" y="1501337"/>
              <a:ext cx="346249" cy="2432807"/>
              <a:chOff x="4185798" y="1501337"/>
              <a:chExt cx="346249" cy="2432807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684B56C6-557C-9D6E-DD71-A232BE143788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87748B0-C930-62C6-9530-5023DF92F119}"/>
                  </a:ext>
                </a:extLst>
              </p:cNvPr>
              <p:cNvSpPr txBox="1"/>
              <p:nvPr/>
            </p:nvSpPr>
            <p:spPr>
              <a:xfrm>
                <a:off x="4185798" y="2015864"/>
                <a:ext cx="346249" cy="1456489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Service Discovery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cxnSp>
        <p:nvCxnSpPr>
          <p:cNvPr id="94" name="직선 화살표 연결선 93">
            <a:extLst>
              <a:ext uri="{FF2B5EF4-FFF2-40B4-BE49-F238E27FC236}">
                <a16:creationId xmlns:a16="http://schemas.microsoft.com/office/drawing/2014/main" id="{6356B174-17B2-26AA-51C5-0DE5A60A6CEE}"/>
              </a:ext>
            </a:extLst>
          </p:cNvPr>
          <p:cNvCxnSpPr>
            <a:cxnSpLocks/>
            <a:endCxn id="29" idx="1"/>
          </p:cNvCxnSpPr>
          <p:nvPr/>
        </p:nvCxnSpPr>
        <p:spPr>
          <a:xfrm>
            <a:off x="1484372" y="4647089"/>
            <a:ext cx="1489459" cy="1644029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FFC052E9-E7FF-4224-D141-0E5DB86F31DB}"/>
              </a:ext>
            </a:extLst>
          </p:cNvPr>
          <p:cNvSpPr/>
          <p:nvPr/>
        </p:nvSpPr>
        <p:spPr>
          <a:xfrm>
            <a:off x="101356" y="3943506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B0BBA585-3705-86E8-2D56-9AEC2B0B40FB}"/>
              </a:ext>
            </a:extLst>
          </p:cNvPr>
          <p:cNvCxnSpPr>
            <a:cxnSpLocks/>
          </p:cNvCxnSpPr>
          <p:nvPr/>
        </p:nvCxnSpPr>
        <p:spPr>
          <a:xfrm flipV="1">
            <a:off x="693066" y="4630880"/>
            <a:ext cx="498469" cy="4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0CD9A544-C1BA-6FA0-418F-036E0C02CE87}"/>
              </a:ext>
            </a:extLst>
          </p:cNvPr>
          <p:cNvSpPr txBox="1"/>
          <p:nvPr/>
        </p:nvSpPr>
        <p:spPr>
          <a:xfrm>
            <a:off x="3503011" y="5645063"/>
            <a:ext cx="9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Access log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C0E61FA0-EEBE-47F6-3DBB-72D03781391E}"/>
              </a:ext>
            </a:extLst>
          </p:cNvPr>
          <p:cNvSpPr/>
          <p:nvPr/>
        </p:nvSpPr>
        <p:spPr>
          <a:xfrm>
            <a:off x="1793446" y="79131"/>
            <a:ext cx="10352862" cy="631376"/>
          </a:xfrm>
          <a:prstGeom prst="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15FA6CCB-97CA-F028-C4F0-03726E562365}"/>
              </a:ext>
            </a:extLst>
          </p:cNvPr>
          <p:cNvSpPr/>
          <p:nvPr/>
        </p:nvSpPr>
        <p:spPr>
          <a:xfrm>
            <a:off x="4261017" y="171450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Object Storage (NHN)</a:t>
            </a:r>
            <a:endParaRPr lang="ko-KR" altLang="en-US" sz="14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5BDB4E1F-F1B2-895A-55BE-BB59BD74A836}"/>
              </a:ext>
            </a:extLst>
          </p:cNvPr>
          <p:cNvSpPr/>
          <p:nvPr/>
        </p:nvSpPr>
        <p:spPr>
          <a:xfrm>
            <a:off x="3456522" y="171450"/>
            <a:ext cx="642200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CDN</a:t>
            </a:r>
            <a:endParaRPr lang="ko-KR" altLang="en-US" sz="1400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034C2F0F-8201-56EA-B831-39BDE6DC1D7D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401423" y="1989153"/>
            <a:ext cx="779551" cy="1991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90D42AD1-6CFA-C37B-9624-DAB1534799F0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098722" y="402254"/>
            <a:ext cx="16229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445F2B4F-1353-C265-7D02-F1791C5B847D}"/>
              </a:ext>
            </a:extLst>
          </p:cNvPr>
          <p:cNvCxnSpPr>
            <a:stCxn id="40" idx="0"/>
            <a:endCxn id="71" idx="1"/>
          </p:cNvCxnSpPr>
          <p:nvPr/>
        </p:nvCxnSpPr>
        <p:spPr>
          <a:xfrm rot="5400000" flipH="1" flipV="1">
            <a:off x="1513201" y="-709522"/>
            <a:ext cx="831543" cy="30550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E5CF354-1CA2-B7EF-2698-9D81E12663D7}"/>
              </a:ext>
            </a:extLst>
          </p:cNvPr>
          <p:cNvSpPr txBox="1"/>
          <p:nvPr/>
        </p:nvSpPr>
        <p:spPr>
          <a:xfrm>
            <a:off x="-67212" y="0"/>
            <a:ext cx="25538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ALT-4 : </a:t>
            </a:r>
            <a:r>
              <a:rPr lang="en-US" altLang="ko-KR" b="1" dirty="0" err="1"/>
              <a:t>whatap</a:t>
            </a:r>
            <a:r>
              <a:rPr lang="ko-KR" altLang="en-US" b="1" dirty="0"/>
              <a:t>도입</a:t>
            </a:r>
            <a:r>
              <a:rPr lang="en-US" altLang="ko-KR" b="1" dirty="0"/>
              <a:t>]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39E234BF-F35B-61C4-97FF-92BB1DE152B2}"/>
              </a:ext>
            </a:extLst>
          </p:cNvPr>
          <p:cNvSpPr txBox="1"/>
          <p:nvPr/>
        </p:nvSpPr>
        <p:spPr>
          <a:xfrm>
            <a:off x="1750360" y="77151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우리계정</a:t>
            </a:r>
            <a:r>
              <a:rPr lang="ko-KR" altLang="en-US" dirty="0"/>
              <a:t> 영역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6571BC-6336-4302-7107-E712F628E0CC}"/>
              </a:ext>
            </a:extLst>
          </p:cNvPr>
          <p:cNvSpPr txBox="1"/>
          <p:nvPr/>
        </p:nvSpPr>
        <p:spPr>
          <a:xfrm>
            <a:off x="1750360" y="55959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NHN</a:t>
            </a:r>
            <a:r>
              <a:rPr lang="ko-KR" altLang="en-US" dirty="0"/>
              <a:t> 고유영역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0698F2D-CCBB-7471-3F1A-E0FACD2AB00B}"/>
              </a:ext>
            </a:extLst>
          </p:cNvPr>
          <p:cNvSpPr txBox="1"/>
          <p:nvPr/>
        </p:nvSpPr>
        <p:spPr>
          <a:xfrm>
            <a:off x="1191535" y="146179"/>
            <a:ext cx="840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DDoS</a:t>
            </a:r>
          </a:p>
          <a:p>
            <a:r>
              <a:rPr lang="en-US" altLang="ko-KR" sz="1400" dirty="0"/>
              <a:t>Hacking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280668C-6D34-C56C-9FE2-711816FA9128}"/>
              </a:ext>
            </a:extLst>
          </p:cNvPr>
          <p:cNvSpPr txBox="1"/>
          <p:nvPr/>
        </p:nvSpPr>
        <p:spPr>
          <a:xfrm>
            <a:off x="-4872" y="625253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App  </a:t>
            </a:r>
            <a:r>
              <a:rPr lang="ko-KR" altLang="en-US" sz="1200" dirty="0"/>
              <a:t>다운로드</a:t>
            </a:r>
            <a:endParaRPr lang="en-US" altLang="ko-KR" sz="1200" dirty="0"/>
          </a:p>
          <a:p>
            <a:r>
              <a:rPr lang="en-US" altLang="ko-KR" sz="1200" dirty="0"/>
              <a:t>File   upload</a:t>
            </a:r>
            <a:endParaRPr lang="ko-KR" altLang="en-US" sz="1200" dirty="0"/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14C56BCF-2D6A-8C53-8ECE-84E81622301D}"/>
              </a:ext>
            </a:extLst>
          </p:cNvPr>
          <p:cNvSpPr/>
          <p:nvPr/>
        </p:nvSpPr>
        <p:spPr>
          <a:xfrm>
            <a:off x="8945534" y="1341594"/>
            <a:ext cx="2932871" cy="323040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ko-KR" dirty="0">
                <a:solidFill>
                  <a:schemeClr val="tx1"/>
                </a:solidFill>
              </a:rPr>
              <a:t>MGMT (</a:t>
            </a:r>
            <a:r>
              <a:rPr lang="en-US" altLang="ko-KR" dirty="0" err="1">
                <a:solidFill>
                  <a:schemeClr val="tx1"/>
                </a:solidFill>
              </a:rPr>
              <a:t>Iaas</a:t>
            </a:r>
            <a:r>
              <a:rPr lang="en-US" altLang="ko-KR" dirty="0">
                <a:solidFill>
                  <a:schemeClr val="tx1"/>
                </a:solidFill>
              </a:rPr>
              <a:t>, VM)</a:t>
            </a:r>
            <a:endParaRPr lang="ko-KR" altLang="en-US" dirty="0">
              <a:solidFill>
                <a:schemeClr val="tx1"/>
              </a:solidFill>
            </a:endParaRPr>
          </a:p>
        </p:txBody>
      </p:sp>
      <p:cxnSp>
        <p:nvCxnSpPr>
          <p:cNvPr id="34" name="연결선: 꺾임 33">
            <a:extLst>
              <a:ext uri="{FF2B5EF4-FFF2-40B4-BE49-F238E27FC236}">
                <a16:creationId xmlns:a16="http://schemas.microsoft.com/office/drawing/2014/main" id="{0C27C529-3DE2-D934-490F-789630649303}"/>
              </a:ext>
            </a:extLst>
          </p:cNvPr>
          <p:cNvCxnSpPr>
            <a:cxnSpLocks/>
            <a:stCxn id="27" idx="3"/>
            <a:endCxn id="48" idx="1"/>
          </p:cNvCxnSpPr>
          <p:nvPr/>
        </p:nvCxnSpPr>
        <p:spPr>
          <a:xfrm flipV="1">
            <a:off x="4911726" y="3005873"/>
            <a:ext cx="891355" cy="3285245"/>
          </a:xfrm>
          <a:prstGeom prst="bentConnector3">
            <a:avLst>
              <a:gd name="adj1" fmla="val 50000"/>
            </a:avLst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사각형: 둥근 모서리 43">
            <a:extLst>
              <a:ext uri="{FF2B5EF4-FFF2-40B4-BE49-F238E27FC236}">
                <a16:creationId xmlns:a16="http://schemas.microsoft.com/office/drawing/2014/main" id="{C6229E3C-6C62-A15E-B42E-68DE5D5C9584}"/>
              </a:ext>
            </a:extLst>
          </p:cNvPr>
          <p:cNvSpPr/>
          <p:nvPr/>
        </p:nvSpPr>
        <p:spPr>
          <a:xfrm>
            <a:off x="9061018" y="2135374"/>
            <a:ext cx="1323242" cy="53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 err="1"/>
              <a:t>Whatap</a:t>
            </a:r>
            <a:endParaRPr lang="ko-KR" altLang="en-US" dirty="0"/>
          </a:p>
        </p:txBody>
      </p:sp>
      <p:sp>
        <p:nvSpPr>
          <p:cNvPr id="46" name="사각형: 둥근 모서리 45">
            <a:extLst>
              <a:ext uri="{FF2B5EF4-FFF2-40B4-BE49-F238E27FC236}">
                <a16:creationId xmlns:a16="http://schemas.microsoft.com/office/drawing/2014/main" id="{285F5868-E646-2534-2CBB-7A72A2A95BE2}"/>
              </a:ext>
            </a:extLst>
          </p:cNvPr>
          <p:cNvSpPr/>
          <p:nvPr/>
        </p:nvSpPr>
        <p:spPr>
          <a:xfrm>
            <a:off x="10510329" y="2129358"/>
            <a:ext cx="1323242" cy="53633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DB Safer</a:t>
            </a:r>
            <a:endParaRPr lang="ko-KR" altLang="en-US" dirty="0"/>
          </a:p>
        </p:txBody>
      </p:sp>
      <p:cxnSp>
        <p:nvCxnSpPr>
          <p:cNvPr id="62" name="직선 화살표 연결선 61">
            <a:extLst>
              <a:ext uri="{FF2B5EF4-FFF2-40B4-BE49-F238E27FC236}">
                <a16:creationId xmlns:a16="http://schemas.microsoft.com/office/drawing/2014/main" id="{7BF0DD21-673D-520B-EDC2-F3C79336226C}"/>
              </a:ext>
            </a:extLst>
          </p:cNvPr>
          <p:cNvCxnSpPr>
            <a:cxnSpLocks/>
            <a:stCxn id="18" idx="2"/>
            <a:endCxn id="15" idx="0"/>
          </p:cNvCxnSpPr>
          <p:nvPr/>
        </p:nvCxnSpPr>
        <p:spPr>
          <a:xfrm>
            <a:off x="6953566" y="4181481"/>
            <a:ext cx="2651" cy="869992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A857C66C-7611-FA44-0FA5-23CFDCC948E5}"/>
              </a:ext>
            </a:extLst>
          </p:cNvPr>
          <p:cNvCxnSpPr>
            <a:stCxn id="58" idx="3"/>
            <a:endCxn id="44" idx="1"/>
          </p:cNvCxnSpPr>
          <p:nvPr/>
        </p:nvCxnSpPr>
        <p:spPr>
          <a:xfrm flipV="1">
            <a:off x="7789717" y="2403540"/>
            <a:ext cx="1271301" cy="1938965"/>
          </a:xfrm>
          <a:prstGeom prst="bentConnector3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B35E0F9F-6796-B8DE-6983-66D38E3EE01C}"/>
              </a:ext>
            </a:extLst>
          </p:cNvPr>
          <p:cNvCxnSpPr>
            <a:cxnSpLocks/>
          </p:cNvCxnSpPr>
          <p:nvPr/>
        </p:nvCxnSpPr>
        <p:spPr>
          <a:xfrm>
            <a:off x="7337181" y="3890596"/>
            <a:ext cx="0" cy="360272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A62665E9-9389-8D28-C4CF-AFD34C08D14C}"/>
              </a:ext>
            </a:extLst>
          </p:cNvPr>
          <p:cNvSpPr txBox="1"/>
          <p:nvPr/>
        </p:nvSpPr>
        <p:spPr>
          <a:xfrm>
            <a:off x="6077504" y="896472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Application VPC</a:t>
            </a:r>
            <a:endParaRPr lang="ko-KR" altLang="en-US" dirty="0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BA17EF1C-C157-398F-96A6-404CE54A212B}"/>
              </a:ext>
            </a:extLst>
          </p:cNvPr>
          <p:cNvSpPr txBox="1"/>
          <p:nvPr/>
        </p:nvSpPr>
        <p:spPr>
          <a:xfrm>
            <a:off x="9359646" y="909317"/>
            <a:ext cx="207781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Management VPC</a:t>
            </a:r>
            <a:endParaRPr lang="ko-KR" altLang="en-US" dirty="0"/>
          </a:p>
        </p:txBody>
      </p:sp>
      <p:sp>
        <p:nvSpPr>
          <p:cNvPr id="82" name="직사각형 81">
            <a:extLst>
              <a:ext uri="{FF2B5EF4-FFF2-40B4-BE49-F238E27FC236}">
                <a16:creationId xmlns:a16="http://schemas.microsoft.com/office/drawing/2014/main" id="{0C80FA5B-0D71-95E2-B720-9E157E270B31}"/>
              </a:ext>
            </a:extLst>
          </p:cNvPr>
          <p:cNvSpPr/>
          <p:nvPr/>
        </p:nvSpPr>
        <p:spPr>
          <a:xfrm>
            <a:off x="8767539" y="875933"/>
            <a:ext cx="3259394" cy="533583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DFDECEC9-26D5-4F64-9103-22E2118DF443}"/>
              </a:ext>
            </a:extLst>
          </p:cNvPr>
          <p:cNvSpPr txBox="1"/>
          <p:nvPr/>
        </p:nvSpPr>
        <p:spPr>
          <a:xfrm>
            <a:off x="8194229" y="2002736"/>
            <a:ext cx="96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Peering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261050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CD5704-3A95-EAE0-E1E0-8FB5B07037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직사각형 71">
            <a:extLst>
              <a:ext uri="{FF2B5EF4-FFF2-40B4-BE49-F238E27FC236}">
                <a16:creationId xmlns:a16="http://schemas.microsoft.com/office/drawing/2014/main" id="{212424B3-02A3-5F0E-ED58-BC7349322AAF}"/>
              </a:ext>
            </a:extLst>
          </p:cNvPr>
          <p:cNvSpPr/>
          <p:nvPr/>
        </p:nvSpPr>
        <p:spPr>
          <a:xfrm>
            <a:off x="1793447" y="762240"/>
            <a:ext cx="10352861" cy="5265722"/>
          </a:xfrm>
          <a:prstGeom prst="rect">
            <a:avLst/>
          </a:prstGeom>
          <a:solidFill>
            <a:schemeClr val="accent6">
              <a:alpha val="1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grpSp>
        <p:nvGrpSpPr>
          <p:cNvPr id="70" name="그룹 69">
            <a:extLst>
              <a:ext uri="{FF2B5EF4-FFF2-40B4-BE49-F238E27FC236}">
                <a16:creationId xmlns:a16="http://schemas.microsoft.com/office/drawing/2014/main" id="{693CBFB8-ABDE-F9EF-34F6-BC7CE48D2327}"/>
              </a:ext>
            </a:extLst>
          </p:cNvPr>
          <p:cNvGrpSpPr/>
          <p:nvPr/>
        </p:nvGrpSpPr>
        <p:grpSpPr>
          <a:xfrm>
            <a:off x="8934092" y="1250052"/>
            <a:ext cx="2701086" cy="2515741"/>
            <a:chOff x="9383941" y="1242971"/>
            <a:chExt cx="2701086" cy="2515741"/>
          </a:xfrm>
        </p:grpSpPr>
        <p:grpSp>
          <p:nvGrpSpPr>
            <p:cNvPr id="14" name="그룹 13">
              <a:extLst>
                <a:ext uri="{FF2B5EF4-FFF2-40B4-BE49-F238E27FC236}">
                  <a16:creationId xmlns:a16="http://schemas.microsoft.com/office/drawing/2014/main" id="{21127DB2-110E-E940-F1A0-0CF54A69CE72}"/>
                </a:ext>
              </a:extLst>
            </p:cNvPr>
            <p:cNvGrpSpPr/>
            <p:nvPr/>
          </p:nvGrpSpPr>
          <p:grpSpPr>
            <a:xfrm>
              <a:off x="9543379" y="1724286"/>
              <a:ext cx="2375935" cy="1426031"/>
              <a:chOff x="6483941" y="3312409"/>
              <a:chExt cx="5308302" cy="1321135"/>
            </a:xfrm>
          </p:grpSpPr>
          <p:sp>
            <p:nvSpPr>
              <p:cNvPr id="15" name="사각형: 둥근 모서리 14">
                <a:extLst>
                  <a:ext uri="{FF2B5EF4-FFF2-40B4-BE49-F238E27FC236}">
                    <a16:creationId xmlns:a16="http://schemas.microsoft.com/office/drawing/2014/main" id="{1708104C-A4D1-73FB-7BB0-820F92596F46}"/>
                  </a:ext>
                </a:extLst>
              </p:cNvPr>
              <p:cNvSpPr/>
              <p:nvPr/>
            </p:nvSpPr>
            <p:spPr>
              <a:xfrm>
                <a:off x="7335348" y="3776298"/>
                <a:ext cx="3605486" cy="701996"/>
              </a:xfrm>
              <a:prstGeom prst="round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ko-KR" dirty="0"/>
                  <a:t>DB - </a:t>
                </a:r>
                <a:r>
                  <a:rPr lang="en-US" altLang="ko-KR" dirty="0" err="1"/>
                  <a:t>cubrid</a:t>
                </a:r>
                <a:endParaRPr lang="ko-KR" altLang="en-US" dirty="0"/>
              </a:p>
            </p:txBody>
          </p:sp>
          <p:sp>
            <p:nvSpPr>
              <p:cNvPr id="16" name="직사각형 15">
                <a:extLst>
                  <a:ext uri="{FF2B5EF4-FFF2-40B4-BE49-F238E27FC236}">
                    <a16:creationId xmlns:a16="http://schemas.microsoft.com/office/drawing/2014/main" id="{F9A4E686-D6A0-F184-6127-75D0C59FA708}"/>
                  </a:ext>
                </a:extLst>
              </p:cNvPr>
              <p:cNvSpPr/>
              <p:nvPr/>
            </p:nvSpPr>
            <p:spPr>
              <a:xfrm>
                <a:off x="6483941" y="3312409"/>
                <a:ext cx="5308302" cy="1321135"/>
              </a:xfrm>
              <a:prstGeom prst="rect">
                <a:avLst/>
              </a:prstGeom>
              <a:noFill/>
              <a:ln>
                <a:prstDash val="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 anchorCtr="0"/>
              <a:lstStyle/>
              <a:p>
                <a:pPr algn="ctr"/>
                <a:r>
                  <a:rPr lang="en-US" altLang="ko-KR" dirty="0">
                    <a:solidFill>
                      <a:schemeClr val="tx1"/>
                    </a:solidFill>
                  </a:rPr>
                  <a:t>Database (</a:t>
                </a:r>
                <a:r>
                  <a:rPr lang="en-US" altLang="ko-KR" dirty="0" err="1">
                    <a:solidFill>
                      <a:schemeClr val="tx1"/>
                    </a:solidFill>
                  </a:rPr>
                  <a:t>Iaas</a:t>
                </a:r>
                <a:r>
                  <a:rPr lang="en-US" altLang="ko-KR" dirty="0">
                    <a:solidFill>
                      <a:schemeClr val="tx1"/>
                    </a:solidFill>
                  </a:rPr>
                  <a:t>, VM)</a:t>
                </a:r>
                <a:endParaRPr lang="ko-KR" altLang="en-US" dirty="0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73C604A7-ABD3-4084-51D6-7F7D0C4C56A2}"/>
                </a:ext>
              </a:extLst>
            </p:cNvPr>
            <p:cNvSpPr/>
            <p:nvPr/>
          </p:nvSpPr>
          <p:spPr>
            <a:xfrm>
              <a:off x="9383941" y="1242971"/>
              <a:ext cx="2701086" cy="2515741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65" name="TextBox 64">
              <a:extLst>
                <a:ext uri="{FF2B5EF4-FFF2-40B4-BE49-F238E27FC236}">
                  <a16:creationId xmlns:a16="http://schemas.microsoft.com/office/drawing/2014/main" id="{305BC2E8-DF7E-C853-5C72-D80F29F20BA6}"/>
                </a:ext>
              </a:extLst>
            </p:cNvPr>
            <p:cNvSpPr txBox="1"/>
            <p:nvPr/>
          </p:nvSpPr>
          <p:spPr>
            <a:xfrm>
              <a:off x="10236659" y="1292143"/>
              <a:ext cx="9893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DB VPC</a:t>
              </a:r>
              <a:endParaRPr lang="ko-KR" altLang="en-US" dirty="0"/>
            </a:p>
          </p:txBody>
        </p:sp>
      </p:grpSp>
      <p:sp>
        <p:nvSpPr>
          <p:cNvPr id="33" name="직사각형 32">
            <a:extLst>
              <a:ext uri="{FF2B5EF4-FFF2-40B4-BE49-F238E27FC236}">
                <a16:creationId xmlns:a16="http://schemas.microsoft.com/office/drawing/2014/main" id="{FF950B6D-8F3D-14F4-18D5-DE84E2494873}"/>
              </a:ext>
            </a:extLst>
          </p:cNvPr>
          <p:cNvSpPr/>
          <p:nvPr/>
        </p:nvSpPr>
        <p:spPr>
          <a:xfrm>
            <a:off x="1191535" y="3693806"/>
            <a:ext cx="292837" cy="296636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eaVert" rtlCol="0" anchor="ctr"/>
          <a:lstStyle/>
          <a:p>
            <a:pPr algn="ctr"/>
            <a:r>
              <a:rPr lang="en-US" altLang="ko-KR" b="1" dirty="0"/>
              <a:t>W A F</a:t>
            </a:r>
            <a:endParaRPr lang="ko-KR" altLang="en-US" b="1" dirty="0"/>
          </a:p>
        </p:txBody>
      </p:sp>
      <p:sp>
        <p:nvSpPr>
          <p:cNvPr id="40" name="타원 39">
            <a:extLst>
              <a:ext uri="{FF2B5EF4-FFF2-40B4-BE49-F238E27FC236}">
                <a16:creationId xmlns:a16="http://schemas.microsoft.com/office/drawing/2014/main" id="{63E815FC-E0AE-0F38-769E-601398703B1F}"/>
              </a:ext>
            </a:extLst>
          </p:cNvPr>
          <p:cNvSpPr/>
          <p:nvPr/>
        </p:nvSpPr>
        <p:spPr>
          <a:xfrm>
            <a:off x="52590" y="1233798"/>
            <a:ext cx="697666" cy="755355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/>
              <a:t>Browser</a:t>
            </a:r>
            <a:endParaRPr lang="ko-KR" altLang="en-US" sz="1000" dirty="0"/>
          </a:p>
        </p:txBody>
      </p:sp>
      <p:grpSp>
        <p:nvGrpSpPr>
          <p:cNvPr id="2" name="그룹 1">
            <a:extLst>
              <a:ext uri="{FF2B5EF4-FFF2-40B4-BE49-F238E27FC236}">
                <a16:creationId xmlns:a16="http://schemas.microsoft.com/office/drawing/2014/main" id="{B33F1477-46A6-DACD-1493-9650FACFF36F}"/>
              </a:ext>
            </a:extLst>
          </p:cNvPr>
          <p:cNvGrpSpPr/>
          <p:nvPr/>
        </p:nvGrpSpPr>
        <p:grpSpPr>
          <a:xfrm>
            <a:off x="7673083" y="822326"/>
            <a:ext cx="1937895" cy="5126750"/>
            <a:chOff x="2973831" y="802826"/>
            <a:chExt cx="1937895" cy="5857347"/>
          </a:xfrm>
        </p:grpSpPr>
        <p:sp>
          <p:nvSpPr>
            <p:cNvPr id="26" name="직사각형 25">
              <a:extLst>
                <a:ext uri="{FF2B5EF4-FFF2-40B4-BE49-F238E27FC236}">
                  <a16:creationId xmlns:a16="http://schemas.microsoft.com/office/drawing/2014/main" id="{811DF490-31B5-6CC7-7027-92D2361E2E5E}"/>
                </a:ext>
              </a:extLst>
            </p:cNvPr>
            <p:cNvSpPr/>
            <p:nvPr/>
          </p:nvSpPr>
          <p:spPr>
            <a:xfrm>
              <a:off x="3895123" y="802826"/>
              <a:ext cx="78410" cy="5857341"/>
            </a:xfrm>
            <a:prstGeom prst="rect">
              <a:avLst/>
            </a:prstGeom>
            <a:solidFill>
              <a:srgbClr val="FF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grpSp>
          <p:nvGrpSpPr>
            <p:cNvPr id="50" name="그룹 49">
              <a:extLst>
                <a:ext uri="{FF2B5EF4-FFF2-40B4-BE49-F238E27FC236}">
                  <a16:creationId xmlns:a16="http://schemas.microsoft.com/office/drawing/2014/main" id="{B463D1AD-15FE-E710-2A38-03CA4AF7B6AE}"/>
                </a:ext>
              </a:extLst>
            </p:cNvPr>
            <p:cNvGrpSpPr/>
            <p:nvPr/>
          </p:nvGrpSpPr>
          <p:grpSpPr>
            <a:xfrm>
              <a:off x="2973831" y="5922062"/>
              <a:ext cx="1937895" cy="738111"/>
              <a:chOff x="2973831" y="5922062"/>
              <a:chExt cx="1937895" cy="738111"/>
            </a:xfrm>
          </p:grpSpPr>
          <p:sp>
            <p:nvSpPr>
              <p:cNvPr id="27" name="직사각형 26">
                <a:extLst>
                  <a:ext uri="{FF2B5EF4-FFF2-40B4-BE49-F238E27FC236}">
                    <a16:creationId xmlns:a16="http://schemas.microsoft.com/office/drawing/2014/main" id="{24DAE226-5E39-AB24-E8B9-A7E1BD3B0ABD}"/>
                  </a:ext>
                </a:extLst>
              </p:cNvPr>
              <p:cNvSpPr/>
              <p:nvPr/>
            </p:nvSpPr>
            <p:spPr>
              <a:xfrm>
                <a:off x="4155588" y="5922062"/>
                <a:ext cx="756138" cy="7381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/>
                  <a:t>망연계</a:t>
                </a:r>
                <a:endParaRPr lang="ko-KR" altLang="en-US" sz="1400" dirty="0"/>
              </a:p>
            </p:txBody>
          </p:sp>
          <p:sp>
            <p:nvSpPr>
              <p:cNvPr id="29" name="직사각형 28">
                <a:extLst>
                  <a:ext uri="{FF2B5EF4-FFF2-40B4-BE49-F238E27FC236}">
                    <a16:creationId xmlns:a16="http://schemas.microsoft.com/office/drawing/2014/main" id="{74CE9EAA-4E55-1DA5-1AF0-86A35B6409D1}"/>
                  </a:ext>
                </a:extLst>
              </p:cNvPr>
              <p:cNvSpPr/>
              <p:nvPr/>
            </p:nvSpPr>
            <p:spPr>
              <a:xfrm>
                <a:off x="2973831" y="5922062"/>
                <a:ext cx="756138" cy="738111"/>
              </a:xfrm>
              <a:prstGeom prst="rect">
                <a:avLst/>
              </a:prstGeom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ko-KR" altLang="en-US" sz="1400"/>
                  <a:t>망연계</a:t>
                </a:r>
                <a:endParaRPr lang="ko-KR" altLang="en-US" sz="1400" dirty="0"/>
              </a:p>
            </p:txBody>
          </p:sp>
          <p:cxnSp>
            <p:nvCxnSpPr>
              <p:cNvPr id="49" name="직선 화살표 연결선 48">
                <a:extLst>
                  <a:ext uri="{FF2B5EF4-FFF2-40B4-BE49-F238E27FC236}">
                    <a16:creationId xmlns:a16="http://schemas.microsoft.com/office/drawing/2014/main" id="{6DFAC494-6DB6-B41F-17E1-B8C66062E3F0}"/>
                  </a:ext>
                </a:extLst>
              </p:cNvPr>
              <p:cNvCxnSpPr>
                <a:stCxn id="29" idx="3"/>
                <a:endCxn id="27" idx="1"/>
              </p:cNvCxnSpPr>
              <p:nvPr/>
            </p:nvCxnSpPr>
            <p:spPr>
              <a:xfrm>
                <a:off x="3729969" y="6291118"/>
                <a:ext cx="425619" cy="0"/>
              </a:xfrm>
              <a:prstGeom prst="straightConnector1">
                <a:avLst/>
              </a:prstGeom>
              <a:ln w="22225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1" name="직사각형 80">
            <a:extLst>
              <a:ext uri="{FF2B5EF4-FFF2-40B4-BE49-F238E27FC236}">
                <a16:creationId xmlns:a16="http://schemas.microsoft.com/office/drawing/2014/main" id="{29DFE6EB-10EC-2EF0-2694-C284E21F5E96}"/>
              </a:ext>
            </a:extLst>
          </p:cNvPr>
          <p:cNvSpPr/>
          <p:nvPr/>
        </p:nvSpPr>
        <p:spPr>
          <a:xfrm>
            <a:off x="2378874" y="1242971"/>
            <a:ext cx="2921764" cy="3988452"/>
          </a:xfrm>
          <a:prstGeom prst="rect">
            <a:avLst/>
          </a:prstGeom>
          <a:solidFill>
            <a:schemeClr val="accent1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dirty="0"/>
              <a:t>++++++++++++++++++++++++++++++++++++++++++++++</a:t>
            </a:r>
          </a:p>
          <a:p>
            <a:pPr algn="ctr"/>
            <a:r>
              <a:rPr lang="en-US" altLang="ko-KR"/>
              <a:t>+</a:t>
            </a:r>
            <a:endParaRPr lang="ko-KR" altLang="en-US"/>
          </a:p>
        </p:txBody>
      </p:sp>
      <p:grpSp>
        <p:nvGrpSpPr>
          <p:cNvPr id="91" name="그룹 90">
            <a:extLst>
              <a:ext uri="{FF2B5EF4-FFF2-40B4-BE49-F238E27FC236}">
                <a16:creationId xmlns:a16="http://schemas.microsoft.com/office/drawing/2014/main" id="{23685F52-EEBB-7E94-2BA2-D722A432CC32}"/>
              </a:ext>
            </a:extLst>
          </p:cNvPr>
          <p:cNvGrpSpPr/>
          <p:nvPr/>
        </p:nvGrpSpPr>
        <p:grpSpPr>
          <a:xfrm>
            <a:off x="2657333" y="1708632"/>
            <a:ext cx="2375935" cy="3148213"/>
            <a:chOff x="4134768" y="1094257"/>
            <a:chExt cx="2375935" cy="3148213"/>
          </a:xfrm>
        </p:grpSpPr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1EA80BC4-08CA-D119-76A4-5002415FCEA3}"/>
                </a:ext>
              </a:extLst>
            </p:cNvPr>
            <p:cNvSpPr/>
            <p:nvPr/>
          </p:nvSpPr>
          <p:spPr>
            <a:xfrm>
              <a:off x="4496887" y="1501336"/>
              <a:ext cx="1619075" cy="2432808"/>
            </a:xfrm>
            <a:prstGeom prst="rect">
              <a:avLst/>
            </a:prstGeom>
            <a:solidFill>
              <a:schemeClr val="accent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Back</a:t>
              </a:r>
              <a:endParaRPr lang="ko-KR" altLang="en-US" dirty="0"/>
            </a:p>
          </p:txBody>
        </p:sp>
        <p:sp>
          <p:nvSpPr>
            <p:cNvPr id="20" name="직사각형 19">
              <a:extLst>
                <a:ext uri="{FF2B5EF4-FFF2-40B4-BE49-F238E27FC236}">
                  <a16:creationId xmlns:a16="http://schemas.microsoft.com/office/drawing/2014/main" id="{3F1A1A0E-2AD7-82B7-FFBB-DB354F44053A}"/>
                </a:ext>
              </a:extLst>
            </p:cNvPr>
            <p:cNvSpPr/>
            <p:nvPr/>
          </p:nvSpPr>
          <p:spPr>
            <a:xfrm>
              <a:off x="5320705" y="3213296"/>
              <a:ext cx="724840" cy="627538"/>
            </a:xfrm>
            <a:prstGeom prst="rect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200" dirty="0" err="1"/>
                <a:t>Whatap</a:t>
              </a:r>
              <a:endParaRPr lang="en-US" altLang="ko-KR" sz="1200" dirty="0"/>
            </a:p>
          </p:txBody>
        </p:sp>
        <p:sp>
          <p:nvSpPr>
            <p:cNvPr id="22" name="화살표: U자형 21">
              <a:extLst>
                <a:ext uri="{FF2B5EF4-FFF2-40B4-BE49-F238E27FC236}">
                  <a16:creationId xmlns:a16="http://schemas.microsoft.com/office/drawing/2014/main" id="{5FAAB8BA-BAD3-9570-026B-7789CB84A0FF}"/>
                </a:ext>
              </a:extLst>
            </p:cNvPr>
            <p:cNvSpPr/>
            <p:nvPr/>
          </p:nvSpPr>
          <p:spPr>
            <a:xfrm>
              <a:off x="5605003" y="2759911"/>
              <a:ext cx="350925" cy="519875"/>
            </a:xfrm>
            <a:prstGeom prst="uturnArrow">
              <a:avLst/>
            </a:prstGeom>
            <a:solidFill>
              <a:schemeClr val="accent2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  <p:sp>
          <p:nvSpPr>
            <p:cNvPr id="25" name="직사각형 24">
              <a:extLst>
                <a:ext uri="{FF2B5EF4-FFF2-40B4-BE49-F238E27FC236}">
                  <a16:creationId xmlns:a16="http://schemas.microsoft.com/office/drawing/2014/main" id="{0D0CB3A4-5989-B540-77C9-C87E905A1085}"/>
                </a:ext>
              </a:extLst>
            </p:cNvPr>
            <p:cNvSpPr/>
            <p:nvPr/>
          </p:nvSpPr>
          <p:spPr>
            <a:xfrm>
              <a:off x="4134768" y="1094257"/>
              <a:ext cx="2375935" cy="3148213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Backend K8S</a:t>
              </a:r>
              <a:endParaRPr lang="ko-KR" altLang="en-US" dirty="0">
                <a:solidFill>
                  <a:schemeClr val="tx1"/>
                </a:solidFill>
              </a:endParaRPr>
            </a:p>
          </p:txBody>
        </p:sp>
        <p:sp>
          <p:nvSpPr>
            <p:cNvPr id="58" name="직사각형 57">
              <a:extLst>
                <a:ext uri="{FF2B5EF4-FFF2-40B4-BE49-F238E27FC236}">
                  <a16:creationId xmlns:a16="http://schemas.microsoft.com/office/drawing/2014/main" id="{8B571DCF-473D-BE97-88C0-B482BB5CC8D8}"/>
                </a:ext>
              </a:extLst>
            </p:cNvPr>
            <p:cNvSpPr/>
            <p:nvPr/>
          </p:nvSpPr>
          <p:spPr>
            <a:xfrm>
              <a:off x="4495451" y="4003531"/>
              <a:ext cx="1647125" cy="183274"/>
            </a:xfrm>
            <a:prstGeom prst="rect">
              <a:avLst/>
            </a:prstGeom>
            <a:solidFill>
              <a:schemeClr val="accent6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1050" dirty="0"/>
                <a:t>ISTIO   Egress</a:t>
              </a:r>
              <a:endParaRPr lang="ko-KR" altLang="en-US" sz="1050" dirty="0"/>
            </a:p>
          </p:txBody>
        </p:sp>
        <p:grpSp>
          <p:nvGrpSpPr>
            <p:cNvPr id="51" name="그룹 50">
              <a:extLst>
                <a:ext uri="{FF2B5EF4-FFF2-40B4-BE49-F238E27FC236}">
                  <a16:creationId xmlns:a16="http://schemas.microsoft.com/office/drawing/2014/main" id="{260A1006-0461-5BA2-28FA-F9A754DCC1CA}"/>
                </a:ext>
              </a:extLst>
            </p:cNvPr>
            <p:cNvGrpSpPr/>
            <p:nvPr/>
          </p:nvGrpSpPr>
          <p:grpSpPr>
            <a:xfrm>
              <a:off x="4155940" y="1501337"/>
              <a:ext cx="346249" cy="2432807"/>
              <a:chOff x="4177920" y="1501337"/>
              <a:chExt cx="346249" cy="2432807"/>
            </a:xfrm>
          </p:grpSpPr>
          <p:sp>
            <p:nvSpPr>
              <p:cNvPr id="47" name="직사각형 46">
                <a:extLst>
                  <a:ext uri="{FF2B5EF4-FFF2-40B4-BE49-F238E27FC236}">
                    <a16:creationId xmlns:a16="http://schemas.microsoft.com/office/drawing/2014/main" id="{8329BFD1-5A10-D893-43D5-F050A8B1C229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017A3853-3948-2585-622A-ADFC6619E4B1}"/>
                  </a:ext>
                </a:extLst>
              </p:cNvPr>
              <p:cNvSpPr txBox="1"/>
              <p:nvPr/>
            </p:nvSpPr>
            <p:spPr>
              <a:xfrm>
                <a:off x="4177920" y="2015864"/>
                <a:ext cx="346249" cy="1485343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Ingress (API G/W)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  <p:grpSp>
          <p:nvGrpSpPr>
            <p:cNvPr id="53" name="그룹 52">
              <a:extLst>
                <a:ext uri="{FF2B5EF4-FFF2-40B4-BE49-F238E27FC236}">
                  <a16:creationId xmlns:a16="http://schemas.microsoft.com/office/drawing/2014/main" id="{70069D5B-59CD-C48E-E2A8-7C7CFDC3DF1D}"/>
                </a:ext>
              </a:extLst>
            </p:cNvPr>
            <p:cNvGrpSpPr/>
            <p:nvPr/>
          </p:nvGrpSpPr>
          <p:grpSpPr>
            <a:xfrm>
              <a:off x="6150268" y="1501337"/>
              <a:ext cx="346249" cy="2432807"/>
              <a:chOff x="4185798" y="1501337"/>
              <a:chExt cx="346249" cy="2432807"/>
            </a:xfrm>
          </p:grpSpPr>
          <p:sp>
            <p:nvSpPr>
              <p:cNvPr id="55" name="직사각형 54">
                <a:extLst>
                  <a:ext uri="{FF2B5EF4-FFF2-40B4-BE49-F238E27FC236}">
                    <a16:creationId xmlns:a16="http://schemas.microsoft.com/office/drawing/2014/main" id="{93B8F37D-6C4E-DBD1-6B59-731EE6901AA9}"/>
                  </a:ext>
                </a:extLst>
              </p:cNvPr>
              <p:cNvSpPr/>
              <p:nvPr/>
            </p:nvSpPr>
            <p:spPr>
              <a:xfrm>
                <a:off x="4234955" y="1501337"/>
                <a:ext cx="232179" cy="2432807"/>
              </a:xfrm>
              <a:prstGeom prst="rect">
                <a:avLst/>
              </a:prstGeom>
              <a:solidFill>
                <a:schemeClr val="accent6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7B7A0A5A-6804-CB68-1752-D4C682859340}"/>
                  </a:ext>
                </a:extLst>
              </p:cNvPr>
              <p:cNvSpPr txBox="1"/>
              <p:nvPr/>
            </p:nvSpPr>
            <p:spPr>
              <a:xfrm>
                <a:off x="4185798" y="2015864"/>
                <a:ext cx="346249" cy="1456489"/>
              </a:xfrm>
              <a:prstGeom prst="rect">
                <a:avLst/>
              </a:prstGeom>
              <a:noFill/>
            </p:spPr>
            <p:txBody>
              <a:bodyPr vert="eaVert" wrap="none" rtlCol="0">
                <a:spAutoFit/>
              </a:bodyPr>
              <a:lstStyle/>
              <a:p>
                <a:r>
                  <a:rPr lang="en-US" altLang="ko-KR" sz="1050" dirty="0">
                    <a:solidFill>
                      <a:schemeClr val="bg1"/>
                    </a:solidFill>
                  </a:rPr>
                  <a:t>Istio</a:t>
                </a:r>
                <a:r>
                  <a:rPr lang="ko-KR" altLang="en-US" sz="1050" dirty="0">
                    <a:solidFill>
                      <a:schemeClr val="bg1"/>
                    </a:solidFill>
                  </a:rPr>
                  <a:t> </a:t>
                </a:r>
                <a:r>
                  <a:rPr lang="en-US" altLang="ko-KR" sz="1050" dirty="0">
                    <a:solidFill>
                      <a:schemeClr val="bg1"/>
                    </a:solidFill>
                  </a:rPr>
                  <a:t>Service Discovery</a:t>
                </a:r>
                <a:endParaRPr lang="ko-KR" altLang="en-US" sz="1050" dirty="0">
                  <a:solidFill>
                    <a:schemeClr val="bg1"/>
                  </a:solidFill>
                </a:endParaRPr>
              </a:p>
            </p:txBody>
          </p:sp>
        </p:grpSp>
      </p:grpSp>
      <p:sp>
        <p:nvSpPr>
          <p:cNvPr id="106" name="사각형: 둥근 모서리 105">
            <a:extLst>
              <a:ext uri="{FF2B5EF4-FFF2-40B4-BE49-F238E27FC236}">
                <a16:creationId xmlns:a16="http://schemas.microsoft.com/office/drawing/2014/main" id="{C4E3C1D5-2A1D-C19B-4B8E-32C0229CA56B}"/>
              </a:ext>
            </a:extLst>
          </p:cNvPr>
          <p:cNvSpPr/>
          <p:nvPr/>
        </p:nvSpPr>
        <p:spPr>
          <a:xfrm>
            <a:off x="101356" y="3943506"/>
            <a:ext cx="690196" cy="137474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50" dirty="0"/>
              <a:t>Mobile</a:t>
            </a:r>
            <a:endParaRPr lang="ko-KR" altLang="en-US" sz="1050" dirty="0"/>
          </a:p>
        </p:txBody>
      </p:sp>
      <p:cxnSp>
        <p:nvCxnSpPr>
          <p:cNvPr id="110" name="직선 화살표 연결선 109">
            <a:extLst>
              <a:ext uri="{FF2B5EF4-FFF2-40B4-BE49-F238E27FC236}">
                <a16:creationId xmlns:a16="http://schemas.microsoft.com/office/drawing/2014/main" id="{E80AE635-4C12-E0C2-5C02-18D6363D20CB}"/>
              </a:ext>
            </a:extLst>
          </p:cNvPr>
          <p:cNvCxnSpPr>
            <a:cxnSpLocks/>
          </p:cNvCxnSpPr>
          <p:nvPr/>
        </p:nvCxnSpPr>
        <p:spPr>
          <a:xfrm flipV="1">
            <a:off x="693066" y="4630880"/>
            <a:ext cx="498469" cy="41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Box 68">
            <a:extLst>
              <a:ext uri="{FF2B5EF4-FFF2-40B4-BE49-F238E27FC236}">
                <a16:creationId xmlns:a16="http://schemas.microsoft.com/office/drawing/2014/main" id="{37E1925F-D79C-9760-D811-EBAEF9D600A4}"/>
              </a:ext>
            </a:extLst>
          </p:cNvPr>
          <p:cNvSpPr txBox="1"/>
          <p:nvPr/>
        </p:nvSpPr>
        <p:spPr>
          <a:xfrm>
            <a:off x="8170601" y="5033745"/>
            <a:ext cx="925253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Access log</a:t>
            </a:r>
            <a:endParaRPr lang="ko-KR" altLang="en-US" sz="1200" dirty="0"/>
          </a:p>
        </p:txBody>
      </p:sp>
      <p:sp>
        <p:nvSpPr>
          <p:cNvPr id="43" name="직사각형 42">
            <a:extLst>
              <a:ext uri="{FF2B5EF4-FFF2-40B4-BE49-F238E27FC236}">
                <a16:creationId xmlns:a16="http://schemas.microsoft.com/office/drawing/2014/main" id="{1BEB90FE-2D26-818B-E3D2-331E6EEA0D81}"/>
              </a:ext>
            </a:extLst>
          </p:cNvPr>
          <p:cNvSpPr/>
          <p:nvPr/>
        </p:nvSpPr>
        <p:spPr>
          <a:xfrm>
            <a:off x="1793446" y="79131"/>
            <a:ext cx="10352862" cy="631376"/>
          </a:xfrm>
          <a:prstGeom prst="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A3958CB7-8090-9C51-83A8-2F24C87A3501}"/>
              </a:ext>
            </a:extLst>
          </p:cNvPr>
          <p:cNvSpPr/>
          <p:nvPr/>
        </p:nvSpPr>
        <p:spPr>
          <a:xfrm>
            <a:off x="4261017" y="171450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Object Storage </a:t>
            </a:r>
            <a:r>
              <a:rPr lang="en-US" altLang="ko-KR" sz="1100" dirty="0"/>
              <a:t>(NHN, log</a:t>
            </a:r>
            <a:r>
              <a:rPr lang="ko-KR" altLang="en-US" sz="1100" dirty="0"/>
              <a:t>보관 </a:t>
            </a:r>
            <a:r>
              <a:rPr lang="en-US" altLang="ko-KR" sz="1100" dirty="0"/>
              <a:t>2</a:t>
            </a:r>
            <a:r>
              <a:rPr lang="ko-KR" altLang="en-US" sz="1100" dirty="0"/>
              <a:t>개월</a:t>
            </a:r>
            <a:r>
              <a:rPr lang="en-US" altLang="ko-KR" sz="1100" dirty="0"/>
              <a:t>)</a:t>
            </a:r>
            <a:endParaRPr lang="ko-KR" altLang="en-US" sz="1400" dirty="0"/>
          </a:p>
        </p:txBody>
      </p:sp>
      <p:sp>
        <p:nvSpPr>
          <p:cNvPr id="71" name="직사각형 70">
            <a:extLst>
              <a:ext uri="{FF2B5EF4-FFF2-40B4-BE49-F238E27FC236}">
                <a16:creationId xmlns:a16="http://schemas.microsoft.com/office/drawing/2014/main" id="{9DA648BD-A3A1-BD1D-149A-A6D714FDF092}"/>
              </a:ext>
            </a:extLst>
          </p:cNvPr>
          <p:cNvSpPr/>
          <p:nvPr/>
        </p:nvSpPr>
        <p:spPr>
          <a:xfrm>
            <a:off x="3456522" y="171450"/>
            <a:ext cx="642200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CDN</a:t>
            </a:r>
            <a:endParaRPr lang="ko-KR" altLang="en-US" sz="1400" dirty="0"/>
          </a:p>
        </p:txBody>
      </p:sp>
      <p:cxnSp>
        <p:nvCxnSpPr>
          <p:cNvPr id="76" name="직선 화살표 연결선 75">
            <a:extLst>
              <a:ext uri="{FF2B5EF4-FFF2-40B4-BE49-F238E27FC236}">
                <a16:creationId xmlns:a16="http://schemas.microsoft.com/office/drawing/2014/main" id="{AD3F0A54-63A3-441F-2BC2-C0B6AFFA6B7F}"/>
              </a:ext>
            </a:extLst>
          </p:cNvPr>
          <p:cNvCxnSpPr>
            <a:cxnSpLocks/>
            <a:stCxn id="40" idx="4"/>
          </p:cNvCxnSpPr>
          <p:nvPr/>
        </p:nvCxnSpPr>
        <p:spPr>
          <a:xfrm>
            <a:off x="401423" y="1989153"/>
            <a:ext cx="779551" cy="199128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직선 연결선 77">
            <a:extLst>
              <a:ext uri="{FF2B5EF4-FFF2-40B4-BE49-F238E27FC236}">
                <a16:creationId xmlns:a16="http://schemas.microsoft.com/office/drawing/2014/main" id="{7A2D7DD4-A84D-4440-0DBB-FAC269EDD9BB}"/>
              </a:ext>
            </a:extLst>
          </p:cNvPr>
          <p:cNvCxnSpPr>
            <a:cxnSpLocks/>
            <a:endCxn id="45" idx="1"/>
          </p:cNvCxnSpPr>
          <p:nvPr/>
        </p:nvCxnSpPr>
        <p:spPr>
          <a:xfrm>
            <a:off x="4098722" y="402254"/>
            <a:ext cx="162295" cy="1"/>
          </a:xfrm>
          <a:prstGeom prst="line">
            <a:avLst/>
          </a:prstGeom>
          <a:ln w="381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연결선: 꺾임 88">
            <a:extLst>
              <a:ext uri="{FF2B5EF4-FFF2-40B4-BE49-F238E27FC236}">
                <a16:creationId xmlns:a16="http://schemas.microsoft.com/office/drawing/2014/main" id="{55C2B960-FA96-44CE-566A-155F73AB0740}"/>
              </a:ext>
            </a:extLst>
          </p:cNvPr>
          <p:cNvCxnSpPr>
            <a:stCxn id="40" idx="0"/>
            <a:endCxn id="71" idx="1"/>
          </p:cNvCxnSpPr>
          <p:nvPr/>
        </p:nvCxnSpPr>
        <p:spPr>
          <a:xfrm rot="5400000" flipH="1" flipV="1">
            <a:off x="1513201" y="-709522"/>
            <a:ext cx="831543" cy="3055099"/>
          </a:xfrm>
          <a:prstGeom prst="bentConnector2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2357EE56-303E-9973-57DC-A3DA716ECA70}"/>
              </a:ext>
            </a:extLst>
          </p:cNvPr>
          <p:cNvSpPr txBox="1"/>
          <p:nvPr/>
        </p:nvSpPr>
        <p:spPr>
          <a:xfrm>
            <a:off x="-67212" y="0"/>
            <a:ext cx="2637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b="1" dirty="0"/>
              <a:t>[ ALT-5 : cloud native]</a:t>
            </a:r>
            <a:endParaRPr lang="ko-KR" altLang="en-US" b="1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FC35235-6247-0743-256F-E38D88548068}"/>
              </a:ext>
            </a:extLst>
          </p:cNvPr>
          <p:cNvSpPr txBox="1"/>
          <p:nvPr/>
        </p:nvSpPr>
        <p:spPr>
          <a:xfrm>
            <a:off x="1750360" y="771519"/>
            <a:ext cx="165141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/>
              <a:t>우리계정</a:t>
            </a:r>
            <a:r>
              <a:rPr lang="ko-KR" altLang="en-US" dirty="0"/>
              <a:t> 영역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EF44B7C-63C4-D03D-26E0-71293CF58602}"/>
              </a:ext>
            </a:extLst>
          </p:cNvPr>
          <p:cNvSpPr txBox="1"/>
          <p:nvPr/>
        </p:nvSpPr>
        <p:spPr>
          <a:xfrm>
            <a:off x="1750360" y="55959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NHN</a:t>
            </a:r>
            <a:r>
              <a:rPr lang="ko-KR" altLang="en-US" dirty="0"/>
              <a:t> 고유영역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FC1A380-74FB-E0C2-3710-ECE80C241064}"/>
              </a:ext>
            </a:extLst>
          </p:cNvPr>
          <p:cNvSpPr txBox="1"/>
          <p:nvPr/>
        </p:nvSpPr>
        <p:spPr>
          <a:xfrm>
            <a:off x="1191535" y="146179"/>
            <a:ext cx="840295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dirty="0"/>
              <a:t>DDoS</a:t>
            </a:r>
          </a:p>
          <a:p>
            <a:r>
              <a:rPr lang="en-US" altLang="ko-KR" sz="1400" dirty="0"/>
              <a:t>Hacking</a:t>
            </a:r>
            <a:endParaRPr lang="ko-KR" altLang="en-US" sz="14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6743AE5-88BF-800B-CE35-1EBA71B47577}"/>
              </a:ext>
            </a:extLst>
          </p:cNvPr>
          <p:cNvSpPr txBox="1"/>
          <p:nvPr/>
        </p:nvSpPr>
        <p:spPr>
          <a:xfrm>
            <a:off x="-4872" y="625253"/>
            <a:ext cx="11961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/>
              <a:t>App  </a:t>
            </a:r>
            <a:r>
              <a:rPr lang="ko-KR" altLang="en-US" sz="1200" dirty="0"/>
              <a:t>다운로드</a:t>
            </a:r>
            <a:endParaRPr lang="en-US" altLang="ko-KR" sz="1200" dirty="0"/>
          </a:p>
          <a:p>
            <a:r>
              <a:rPr lang="en-US" altLang="ko-KR" sz="1200" dirty="0"/>
              <a:t>File   upload</a:t>
            </a:r>
            <a:endParaRPr lang="ko-KR" altLang="en-US" sz="1200" dirty="0"/>
          </a:p>
        </p:txBody>
      </p:sp>
      <p:cxnSp>
        <p:nvCxnSpPr>
          <p:cNvPr id="68" name="연결선: 꺾임 67">
            <a:extLst>
              <a:ext uri="{FF2B5EF4-FFF2-40B4-BE49-F238E27FC236}">
                <a16:creationId xmlns:a16="http://schemas.microsoft.com/office/drawing/2014/main" id="{4AD2F3C2-F04E-A69E-7F3C-803F22BA9482}"/>
              </a:ext>
            </a:extLst>
          </p:cNvPr>
          <p:cNvCxnSpPr>
            <a:stCxn id="58" idx="3"/>
            <a:endCxn id="44" idx="1"/>
          </p:cNvCxnSpPr>
          <p:nvPr/>
        </p:nvCxnSpPr>
        <p:spPr>
          <a:xfrm flipV="1">
            <a:off x="4665141" y="4385645"/>
            <a:ext cx="1451326" cy="323898"/>
          </a:xfrm>
          <a:prstGeom prst="bentConnector3">
            <a:avLst>
              <a:gd name="adj1" fmla="val 60982"/>
            </a:avLst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직선 연결선 74">
            <a:extLst>
              <a:ext uri="{FF2B5EF4-FFF2-40B4-BE49-F238E27FC236}">
                <a16:creationId xmlns:a16="http://schemas.microsoft.com/office/drawing/2014/main" id="{14FF3384-8DAC-DC55-5E3B-D98BA6AA2843}"/>
              </a:ext>
            </a:extLst>
          </p:cNvPr>
          <p:cNvCxnSpPr>
            <a:cxnSpLocks/>
          </p:cNvCxnSpPr>
          <p:nvPr/>
        </p:nvCxnSpPr>
        <p:spPr>
          <a:xfrm>
            <a:off x="4205690" y="4270608"/>
            <a:ext cx="0" cy="360272"/>
          </a:xfrm>
          <a:prstGeom prst="line">
            <a:avLst/>
          </a:prstGeom>
          <a:ln w="635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9622939D-A399-B6FA-5A66-BCAFF857DC16}"/>
              </a:ext>
            </a:extLst>
          </p:cNvPr>
          <p:cNvSpPr txBox="1"/>
          <p:nvPr/>
        </p:nvSpPr>
        <p:spPr>
          <a:xfrm>
            <a:off x="2997718" y="1299868"/>
            <a:ext cx="18662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Application VPC</a:t>
            </a:r>
            <a:endParaRPr lang="ko-KR" altLang="en-US" dirty="0"/>
          </a:p>
        </p:txBody>
      </p:sp>
      <p:grpSp>
        <p:nvGrpSpPr>
          <p:cNvPr id="67" name="그룹 66">
            <a:extLst>
              <a:ext uri="{FF2B5EF4-FFF2-40B4-BE49-F238E27FC236}">
                <a16:creationId xmlns:a16="http://schemas.microsoft.com/office/drawing/2014/main" id="{8BEF3EFE-4C53-606D-CEB9-9DC4D84A5E77}"/>
              </a:ext>
            </a:extLst>
          </p:cNvPr>
          <p:cNvGrpSpPr/>
          <p:nvPr/>
        </p:nvGrpSpPr>
        <p:grpSpPr>
          <a:xfrm>
            <a:off x="5681718" y="1243127"/>
            <a:ext cx="2209183" cy="3988296"/>
            <a:chOff x="5681718" y="1243127"/>
            <a:chExt cx="2209183" cy="3988296"/>
          </a:xfrm>
        </p:grpSpPr>
        <p:sp>
          <p:nvSpPr>
            <p:cNvPr id="82" name="직사각형 81">
              <a:extLst>
                <a:ext uri="{FF2B5EF4-FFF2-40B4-BE49-F238E27FC236}">
                  <a16:creationId xmlns:a16="http://schemas.microsoft.com/office/drawing/2014/main" id="{310D01BE-014D-B8F9-8EDB-6BD2F074B490}"/>
                </a:ext>
              </a:extLst>
            </p:cNvPr>
            <p:cNvSpPr/>
            <p:nvPr/>
          </p:nvSpPr>
          <p:spPr>
            <a:xfrm>
              <a:off x="5681718" y="1243127"/>
              <a:ext cx="2209183" cy="3988296"/>
            </a:xfrm>
            <a:prstGeom prst="rect">
              <a:avLst/>
            </a:prstGeom>
            <a:solidFill>
              <a:schemeClr val="accent1">
                <a:alpha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B1B7CBCA-7D84-3732-3B39-71149E6171C0}"/>
                </a:ext>
              </a:extLst>
            </p:cNvPr>
            <p:cNvSpPr/>
            <p:nvPr/>
          </p:nvSpPr>
          <p:spPr>
            <a:xfrm>
              <a:off x="5864398" y="1708632"/>
              <a:ext cx="1772298" cy="3230405"/>
            </a:xfrm>
            <a:prstGeom prst="rect">
              <a:avLst/>
            </a:prstGeom>
            <a:noFill/>
            <a:ln>
              <a:prstDash val="dash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MGMT</a:t>
              </a:r>
            </a:p>
            <a:p>
              <a:pPr algn="ctr"/>
              <a:r>
                <a:rPr lang="en-US" altLang="ko-KR" dirty="0">
                  <a:solidFill>
                    <a:schemeClr val="tx1"/>
                  </a:solidFill>
                </a:rPr>
                <a:t>(</a:t>
              </a:r>
              <a:r>
                <a:rPr lang="en-US" altLang="ko-KR" dirty="0" err="1">
                  <a:solidFill>
                    <a:schemeClr val="tx1"/>
                  </a:solidFill>
                </a:rPr>
                <a:t>Iaas</a:t>
              </a:r>
              <a:r>
                <a:rPr lang="en-US" altLang="ko-KR" dirty="0">
                  <a:solidFill>
                    <a:schemeClr val="tx1"/>
                  </a:solidFill>
                </a:rPr>
                <a:t>, VM)</a:t>
              </a:r>
              <a:endParaRPr lang="ko-KR" altLang="en-US" sz="2400" dirty="0">
                <a:solidFill>
                  <a:schemeClr val="tx1"/>
                </a:solidFill>
              </a:endParaRPr>
            </a:p>
          </p:txBody>
        </p:sp>
        <p:sp>
          <p:nvSpPr>
            <p:cNvPr id="44" name="사각형: 둥근 모서리 43">
              <a:extLst>
                <a:ext uri="{FF2B5EF4-FFF2-40B4-BE49-F238E27FC236}">
                  <a16:creationId xmlns:a16="http://schemas.microsoft.com/office/drawing/2014/main" id="{34CCF206-249D-B195-1E91-7927131CC18A}"/>
                </a:ext>
              </a:extLst>
            </p:cNvPr>
            <p:cNvSpPr/>
            <p:nvPr/>
          </p:nvSpPr>
          <p:spPr>
            <a:xfrm>
              <a:off x="6116467" y="4117479"/>
              <a:ext cx="1323242" cy="53633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Whatap</a:t>
              </a:r>
              <a:endParaRPr lang="ko-KR" altLang="en-US" dirty="0"/>
            </a:p>
          </p:txBody>
        </p:sp>
        <p:sp>
          <p:nvSpPr>
            <p:cNvPr id="46" name="사각형: 둥근 모서리 45">
              <a:extLst>
                <a:ext uri="{FF2B5EF4-FFF2-40B4-BE49-F238E27FC236}">
                  <a16:creationId xmlns:a16="http://schemas.microsoft.com/office/drawing/2014/main" id="{6F2B0175-F666-5EBB-709D-EB291CB4EE10}"/>
                </a:ext>
              </a:extLst>
            </p:cNvPr>
            <p:cNvSpPr/>
            <p:nvPr/>
          </p:nvSpPr>
          <p:spPr>
            <a:xfrm>
              <a:off x="6116467" y="3286154"/>
              <a:ext cx="1323242" cy="53633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/>
                <a:t>DB Safer</a:t>
              </a:r>
              <a:endParaRPr lang="ko-KR" altLang="en-US" dirty="0"/>
            </a:p>
          </p:txBody>
        </p:sp>
        <p:sp>
          <p:nvSpPr>
            <p:cNvPr id="80" name="TextBox 79">
              <a:extLst>
                <a:ext uri="{FF2B5EF4-FFF2-40B4-BE49-F238E27FC236}">
                  <a16:creationId xmlns:a16="http://schemas.microsoft.com/office/drawing/2014/main" id="{98220B21-7930-6548-09EE-B751CDEA2651}"/>
                </a:ext>
              </a:extLst>
            </p:cNvPr>
            <p:cNvSpPr txBox="1"/>
            <p:nvPr/>
          </p:nvSpPr>
          <p:spPr>
            <a:xfrm>
              <a:off x="5742247" y="1283522"/>
              <a:ext cx="207781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ko-KR" dirty="0"/>
                <a:t>Management VPC</a:t>
              </a:r>
              <a:endParaRPr lang="ko-KR" altLang="en-US" dirty="0"/>
            </a:p>
          </p:txBody>
        </p:sp>
        <p:sp>
          <p:nvSpPr>
            <p:cNvPr id="83" name="사각형: 둥근 모서리 82">
              <a:extLst>
                <a:ext uri="{FF2B5EF4-FFF2-40B4-BE49-F238E27FC236}">
                  <a16:creationId xmlns:a16="http://schemas.microsoft.com/office/drawing/2014/main" id="{159601BA-61E4-6B63-2921-672F2238BD72}"/>
                </a:ext>
              </a:extLst>
            </p:cNvPr>
            <p:cNvSpPr/>
            <p:nvPr/>
          </p:nvSpPr>
          <p:spPr>
            <a:xfrm>
              <a:off x="6116467" y="2537353"/>
              <a:ext cx="1323242" cy="536331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dirty="0" err="1"/>
                <a:t>Gitea</a:t>
              </a:r>
              <a:endParaRPr lang="ko-KR" altLang="en-US" dirty="0"/>
            </a:p>
          </p:txBody>
        </p:sp>
      </p:grpSp>
      <p:sp>
        <p:nvSpPr>
          <p:cNvPr id="84" name="TextBox 83">
            <a:extLst>
              <a:ext uri="{FF2B5EF4-FFF2-40B4-BE49-F238E27FC236}">
                <a16:creationId xmlns:a16="http://schemas.microsoft.com/office/drawing/2014/main" id="{0E1B8B2F-043E-56B8-85CE-E7A211BEEFAF}"/>
              </a:ext>
            </a:extLst>
          </p:cNvPr>
          <p:cNvSpPr txBox="1"/>
          <p:nvPr/>
        </p:nvSpPr>
        <p:spPr>
          <a:xfrm>
            <a:off x="5104378" y="4385507"/>
            <a:ext cx="9641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Peering</a:t>
            </a:r>
            <a:endParaRPr lang="ko-KR" altLang="en-US" dirty="0"/>
          </a:p>
        </p:txBody>
      </p:sp>
      <p:cxnSp>
        <p:nvCxnSpPr>
          <p:cNvPr id="7" name="연결선: 꺾임 6">
            <a:extLst>
              <a:ext uri="{FF2B5EF4-FFF2-40B4-BE49-F238E27FC236}">
                <a16:creationId xmlns:a16="http://schemas.microsoft.com/office/drawing/2014/main" id="{64015F96-4543-7408-AC51-0C8711818A5C}"/>
              </a:ext>
            </a:extLst>
          </p:cNvPr>
          <p:cNvCxnSpPr>
            <a:cxnSpLocks/>
            <a:stCxn id="18" idx="2"/>
            <a:endCxn id="29" idx="1"/>
          </p:cNvCxnSpPr>
          <p:nvPr/>
        </p:nvCxnSpPr>
        <p:spPr>
          <a:xfrm rot="16200000" flipH="1">
            <a:off x="5212269" y="3165239"/>
            <a:ext cx="1077535" cy="3844093"/>
          </a:xfrm>
          <a:prstGeom prst="bent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연결선: 꺾임 10">
            <a:extLst>
              <a:ext uri="{FF2B5EF4-FFF2-40B4-BE49-F238E27FC236}">
                <a16:creationId xmlns:a16="http://schemas.microsoft.com/office/drawing/2014/main" id="{BD76DC83-9AB9-9688-F7C0-13A6DDB20258}"/>
              </a:ext>
            </a:extLst>
          </p:cNvPr>
          <p:cNvCxnSpPr>
            <a:stCxn id="27" idx="3"/>
            <a:endCxn id="15" idx="2"/>
          </p:cNvCxnSpPr>
          <p:nvPr/>
        </p:nvCxnSpPr>
        <p:spPr>
          <a:xfrm flipV="1">
            <a:off x="9610978" y="2989821"/>
            <a:ext cx="670519" cy="2636233"/>
          </a:xfrm>
          <a:prstGeom prst="bent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2BB91C7-B472-5300-C7FE-94E5F4F124AA}"/>
              </a:ext>
            </a:extLst>
          </p:cNvPr>
          <p:cNvSpPr/>
          <p:nvPr/>
        </p:nvSpPr>
        <p:spPr>
          <a:xfrm>
            <a:off x="6238744" y="171450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Deep Archive</a:t>
            </a:r>
          </a:p>
          <a:p>
            <a:pPr algn="ctr"/>
            <a:r>
              <a:rPr lang="en-US" altLang="ko-KR" sz="1400" dirty="0"/>
              <a:t>(1~6</a:t>
            </a:r>
            <a:r>
              <a:rPr lang="ko-KR" altLang="en-US" sz="1400" dirty="0"/>
              <a:t>개월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0B74B47C-254C-8053-856C-576E92FD5652}"/>
              </a:ext>
            </a:extLst>
          </p:cNvPr>
          <p:cNvSpPr/>
          <p:nvPr/>
        </p:nvSpPr>
        <p:spPr>
          <a:xfrm>
            <a:off x="8190854" y="171450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Deep Archive2</a:t>
            </a:r>
          </a:p>
          <a:p>
            <a:pPr algn="ctr"/>
            <a:r>
              <a:rPr lang="en-US" altLang="ko-KR" sz="1400" dirty="0"/>
              <a:t>(5</a:t>
            </a:r>
            <a:r>
              <a:rPr lang="ko-KR" altLang="en-US" sz="1400" dirty="0"/>
              <a:t>년</a:t>
            </a:r>
            <a:r>
              <a:rPr lang="en-US" altLang="ko-KR" sz="1400" dirty="0"/>
              <a:t>)</a:t>
            </a:r>
            <a:endParaRPr lang="ko-KR" altLang="en-US" sz="1400" dirty="0"/>
          </a:p>
        </p:txBody>
      </p: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F7E0357D-A968-817E-2B20-ADBF73DEFF51}"/>
              </a:ext>
            </a:extLst>
          </p:cNvPr>
          <p:cNvCxnSpPr>
            <a:stCxn id="45" idx="3"/>
            <a:endCxn id="12" idx="1"/>
          </p:cNvCxnSpPr>
          <p:nvPr/>
        </p:nvCxnSpPr>
        <p:spPr>
          <a:xfrm>
            <a:off x="5854736" y="402255"/>
            <a:ext cx="384008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화살표 연결선 38">
            <a:extLst>
              <a:ext uri="{FF2B5EF4-FFF2-40B4-BE49-F238E27FC236}">
                <a16:creationId xmlns:a16="http://schemas.microsoft.com/office/drawing/2014/main" id="{1CAB209C-4A01-9D08-B2E8-419662A93EC6}"/>
              </a:ext>
            </a:extLst>
          </p:cNvPr>
          <p:cNvCxnSpPr>
            <a:stCxn id="12" idx="3"/>
            <a:endCxn id="19" idx="1"/>
          </p:cNvCxnSpPr>
          <p:nvPr/>
        </p:nvCxnSpPr>
        <p:spPr>
          <a:xfrm>
            <a:off x="7832463" y="402255"/>
            <a:ext cx="358391" cy="0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연결선: 꺾임 51">
            <a:extLst>
              <a:ext uri="{FF2B5EF4-FFF2-40B4-BE49-F238E27FC236}">
                <a16:creationId xmlns:a16="http://schemas.microsoft.com/office/drawing/2014/main" id="{B7130B96-E3D2-3C23-1F30-1DB2B36FFBE1}"/>
              </a:ext>
            </a:extLst>
          </p:cNvPr>
          <p:cNvCxnSpPr>
            <a:cxnSpLocks/>
            <a:stCxn id="82" idx="1"/>
          </p:cNvCxnSpPr>
          <p:nvPr/>
        </p:nvCxnSpPr>
        <p:spPr>
          <a:xfrm rot="10800000">
            <a:off x="5563506" y="669399"/>
            <a:ext cx="118212" cy="2567876"/>
          </a:xfrm>
          <a:prstGeom prst="bentConnector2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직사각형 72">
            <a:extLst>
              <a:ext uri="{FF2B5EF4-FFF2-40B4-BE49-F238E27FC236}">
                <a16:creationId xmlns:a16="http://schemas.microsoft.com/office/drawing/2014/main" id="{6C875BE2-AA0A-C405-CC50-B739299EB9F8}"/>
              </a:ext>
            </a:extLst>
          </p:cNvPr>
          <p:cNvSpPr/>
          <p:nvPr/>
        </p:nvSpPr>
        <p:spPr>
          <a:xfrm>
            <a:off x="1793446" y="6104152"/>
            <a:ext cx="10352862" cy="631376"/>
          </a:xfrm>
          <a:prstGeom prst="rect">
            <a:avLst/>
          </a:prstGeom>
          <a:solidFill>
            <a:schemeClr val="accent1">
              <a:alpha val="26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CEB95E15-20E3-79C5-56CE-A367C06E6763}"/>
              </a:ext>
            </a:extLst>
          </p:cNvPr>
          <p:cNvSpPr txBox="1"/>
          <p:nvPr/>
        </p:nvSpPr>
        <p:spPr>
          <a:xfrm>
            <a:off x="1750360" y="6056899"/>
            <a:ext cx="170912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/>
              <a:t>NHN</a:t>
            </a:r>
            <a:r>
              <a:rPr lang="ko-KR" altLang="en-US" dirty="0"/>
              <a:t> 고유영역</a:t>
            </a:r>
          </a:p>
        </p:txBody>
      </p:sp>
      <p:sp>
        <p:nvSpPr>
          <p:cNvPr id="77" name="직사각형 76">
            <a:extLst>
              <a:ext uri="{FF2B5EF4-FFF2-40B4-BE49-F238E27FC236}">
                <a16:creationId xmlns:a16="http://schemas.microsoft.com/office/drawing/2014/main" id="{3D4A16BF-7B09-361C-1035-D14C7324D144}"/>
              </a:ext>
            </a:extLst>
          </p:cNvPr>
          <p:cNvSpPr/>
          <p:nvPr/>
        </p:nvSpPr>
        <p:spPr>
          <a:xfrm>
            <a:off x="3568814" y="6189035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NCR</a:t>
            </a:r>
          </a:p>
          <a:p>
            <a:pPr algn="ctr"/>
            <a:r>
              <a:rPr lang="en-US" altLang="ko-KR" sz="1000" dirty="0"/>
              <a:t>NHN Container Registry</a:t>
            </a:r>
            <a:endParaRPr lang="ko-KR" altLang="en-US" sz="1000" dirty="0"/>
          </a:p>
        </p:txBody>
      </p:sp>
      <p:sp>
        <p:nvSpPr>
          <p:cNvPr id="85" name="직사각형 84">
            <a:extLst>
              <a:ext uri="{FF2B5EF4-FFF2-40B4-BE49-F238E27FC236}">
                <a16:creationId xmlns:a16="http://schemas.microsoft.com/office/drawing/2014/main" id="{8855D2FE-9DB0-FCF7-F2E3-C679F1C277B2}"/>
              </a:ext>
            </a:extLst>
          </p:cNvPr>
          <p:cNvSpPr/>
          <p:nvPr/>
        </p:nvSpPr>
        <p:spPr>
          <a:xfrm>
            <a:off x="7050880" y="6189035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Pipeline</a:t>
            </a:r>
          </a:p>
          <a:p>
            <a:pPr algn="ctr"/>
            <a:r>
              <a:rPr lang="en-US" altLang="ko-KR" sz="1000" dirty="0"/>
              <a:t>NHN </a:t>
            </a:r>
            <a:r>
              <a:rPr lang="ko-KR" altLang="en-US" sz="1000" dirty="0"/>
              <a:t>배포자동화</a:t>
            </a:r>
          </a:p>
        </p:txBody>
      </p:sp>
      <p:sp>
        <p:nvSpPr>
          <p:cNvPr id="86" name="직사각형 85">
            <a:extLst>
              <a:ext uri="{FF2B5EF4-FFF2-40B4-BE49-F238E27FC236}">
                <a16:creationId xmlns:a16="http://schemas.microsoft.com/office/drawing/2014/main" id="{D4C7D516-48C2-D1C6-4A05-A7D376E38312}"/>
              </a:ext>
            </a:extLst>
          </p:cNvPr>
          <p:cNvSpPr/>
          <p:nvPr/>
        </p:nvSpPr>
        <p:spPr>
          <a:xfrm>
            <a:off x="5309847" y="6189035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Deploy</a:t>
            </a:r>
          </a:p>
          <a:p>
            <a:pPr algn="ctr"/>
            <a:r>
              <a:rPr lang="en-US" altLang="ko-KR" sz="1000" dirty="0"/>
              <a:t>NHN </a:t>
            </a:r>
            <a:r>
              <a:rPr lang="ko-KR" altLang="en-US" sz="1000" dirty="0" err="1"/>
              <a:t>배포툴</a:t>
            </a:r>
            <a:endParaRPr lang="ko-KR" altLang="en-US" sz="1000" dirty="0"/>
          </a:p>
        </p:txBody>
      </p:sp>
      <p:sp>
        <p:nvSpPr>
          <p:cNvPr id="87" name="직사각형 86">
            <a:extLst>
              <a:ext uri="{FF2B5EF4-FFF2-40B4-BE49-F238E27FC236}">
                <a16:creationId xmlns:a16="http://schemas.microsoft.com/office/drawing/2014/main" id="{03367BBC-EA08-EDAF-D841-1B629046A701}"/>
              </a:ext>
            </a:extLst>
          </p:cNvPr>
          <p:cNvSpPr/>
          <p:nvPr/>
        </p:nvSpPr>
        <p:spPr>
          <a:xfrm>
            <a:off x="8791913" y="6189035"/>
            <a:ext cx="1593719" cy="46161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400" dirty="0"/>
              <a:t>Nexus</a:t>
            </a:r>
          </a:p>
        </p:txBody>
      </p:sp>
      <p:cxnSp>
        <p:nvCxnSpPr>
          <p:cNvPr id="90" name="직선 화살표 연결선 89">
            <a:extLst>
              <a:ext uri="{FF2B5EF4-FFF2-40B4-BE49-F238E27FC236}">
                <a16:creationId xmlns:a16="http://schemas.microsoft.com/office/drawing/2014/main" id="{66D218ED-51EF-5617-03B2-FD3D2D78BFFD}"/>
              </a:ext>
            </a:extLst>
          </p:cNvPr>
          <p:cNvCxnSpPr>
            <a:stCxn id="33" idx="3"/>
          </p:cNvCxnSpPr>
          <p:nvPr/>
        </p:nvCxnSpPr>
        <p:spPr>
          <a:xfrm flipV="1">
            <a:off x="1484372" y="3150317"/>
            <a:ext cx="1194133" cy="2026673"/>
          </a:xfrm>
          <a:prstGeom prst="straightConnector1">
            <a:avLst/>
          </a:prstGeom>
          <a:ln w="635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곱하기 기호 91">
            <a:extLst>
              <a:ext uri="{FF2B5EF4-FFF2-40B4-BE49-F238E27FC236}">
                <a16:creationId xmlns:a16="http://schemas.microsoft.com/office/drawing/2014/main" id="{A31581C6-C33E-F7FD-125D-B852D72E24DD}"/>
              </a:ext>
            </a:extLst>
          </p:cNvPr>
          <p:cNvSpPr/>
          <p:nvPr/>
        </p:nvSpPr>
        <p:spPr>
          <a:xfrm>
            <a:off x="8703532" y="5949076"/>
            <a:ext cx="928877" cy="941527"/>
          </a:xfrm>
          <a:prstGeom prst="mathMultiply">
            <a:avLst>
              <a:gd name="adj1" fmla="val 9795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2472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</TotalTime>
  <Words>697</Words>
  <Application>Microsoft Office PowerPoint</Application>
  <PresentationFormat>와이드스크린</PresentationFormat>
  <Paragraphs>311</Paragraphs>
  <Slides>9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상민 이</dc:creator>
  <cp:lastModifiedBy>상민 이</cp:lastModifiedBy>
  <cp:revision>19</cp:revision>
  <dcterms:created xsi:type="dcterms:W3CDTF">2025-09-24T06:24:01Z</dcterms:created>
  <dcterms:modified xsi:type="dcterms:W3CDTF">2025-12-15T06:17:38Z</dcterms:modified>
</cp:coreProperties>
</file>