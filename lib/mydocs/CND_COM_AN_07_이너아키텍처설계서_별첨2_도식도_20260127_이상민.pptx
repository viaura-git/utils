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1" r:id="rId4"/>
    <p:sldId id="262" r:id="rId5"/>
    <p:sldId id="268" r:id="rId6"/>
    <p:sldId id="257" r:id="rId7"/>
    <p:sldId id="258" r:id="rId8"/>
    <p:sldId id="260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9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4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4EBB6-4C97-4290-BC1E-BE92C9BA5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4F7790-B431-4FF3-BE24-470E0177B0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0B9AEF-CBC4-4AC7-9EE5-A7FF034EF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1DF0-9C9C-4B32-9B71-677E5165CB60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A21D34-49AF-4C85-BB5D-4D8E641DD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DF3B68-8E0C-4C32-9421-079E1597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67AF-9DA2-4852-A5C9-FFF062A8F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49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6CBBA-4686-455A-96C4-CA8FB807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D351AD-A1B0-4483-8A6F-CB7AACE2E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F74293-4B1F-4A85-AF8C-58776034F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1DF0-9C9C-4B32-9B71-677E5165CB60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CF9BC8-DE7F-445D-91E2-2D1A8DCE6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D2A67A-895A-4E2C-A581-CB9455DB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67AF-9DA2-4852-A5C9-FFF062A8F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711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97F77C-4107-4F60-B0EE-8582098B1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2101B9-6D4F-4E07-B718-5D1255175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F1D6F1-F58A-4F70-A9B4-B6BD649E4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1DF0-9C9C-4B32-9B71-677E5165CB60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6CA16D-0624-4AD9-BBE1-454232D1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9AE2B7-6CCE-4B05-95CF-70CFCDB9C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67AF-9DA2-4852-A5C9-FFF062A8F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80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5D300-3A00-48AE-8F89-45CF5A1A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C8833D-BA2D-49DA-8A19-5475E3E8F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8B0523-D5A1-42ED-95C4-27255D262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920959-DCE3-4913-904B-EC1AC9E83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1DF0-9C9C-4B32-9B71-677E5165CB60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F1B4C0-0783-420B-9842-9FA2488E8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5C6B67-932E-4CEB-A9C0-D449438E3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67AF-9DA2-4852-A5C9-FFF062A8F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988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4F3BE-B018-4F19-AC5D-DDA1CAC0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832E6B-45ED-4A5C-8C21-BCEFDC643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E04DF3-809A-4028-93BC-5CD4DFC88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946879-DA5C-4A89-ABCC-ED9AFDC24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76C9583-FC0B-47E5-A661-F1B4473B3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CA7F09-8F6D-47BF-8B72-7F92FE41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1DF0-9C9C-4B32-9B71-677E5165CB60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6A2C296-44DB-49E3-9CD8-E469429C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0D1C81B-BCC3-441C-A232-A2D877C79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67AF-9DA2-4852-A5C9-FFF062A8F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057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33999-DF95-4BD6-B1DB-7DF5CC820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0B6D4B-A912-4F44-87AA-C79521889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1DF0-9C9C-4B32-9B71-677E5165CB60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139768-0068-4C50-8C10-E1093F82C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E4C394-4D50-42F4-A6C8-79F11F54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67AF-9DA2-4852-A5C9-FFF062A8F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70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41210C-A825-4035-B533-5D7419A17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1DF0-9C9C-4B32-9B71-677E5165CB60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8170AE-33B2-4A21-B751-A36ADA337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852A3D-5AEC-4022-AA0F-D345353E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67AF-9DA2-4852-A5C9-FFF062A8F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20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FEACA6-30A9-4AA8-866F-36C4C8E29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67B1D-2544-4F70-8BDE-544BAE6FF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5ADBB7-63C8-4B5E-8C8A-50D0EB1CB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6E2FFA-0260-4C97-A13E-8BB9B7DBE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1DF0-9C9C-4B32-9B71-677E5165CB60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C5E99-CA33-482E-9154-0636A18F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DC2B17-F948-46A2-A080-833255D95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67AF-9DA2-4852-A5C9-FFF062A8F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692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EBC10-2ABD-4CE1-84DC-4251CCA76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2B2CC9-49BB-459C-B87D-7676858176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C5F734-9A52-4852-9B04-70D863A54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DBF209-3045-4A77-8E03-051ED71BA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1DF0-9C9C-4B32-9B71-677E5165CB60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FB8797-72A1-4FE8-B052-20E52D2E1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E6D20B-A995-4F65-9287-60B36E5A8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67AF-9DA2-4852-A5C9-FFF062A8F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053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F26247-2A12-4445-85B6-527B432FB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59F21E-F7E2-469A-A495-1D4F9C19A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A1DBBF-A4DE-4950-98C2-B5334EB7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1DF0-9C9C-4B32-9B71-677E5165CB60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2C0676-0569-4029-8881-C82277E27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54289E-0A12-4FB4-B788-E20EEC031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67AF-9DA2-4852-A5C9-FFF062A8F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69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B39DD78-76E5-46F0-B6DE-C4F18F3B2C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D8C916-A675-4988-945D-EE0B7FE80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C775A9-48BA-4039-85C8-54C4F6F84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1DF0-9C9C-4B32-9B71-677E5165CB60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D52E5E-F9ED-4936-80A0-15396CFA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32D81A-00BF-4027-8F89-2BA3B296F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67AF-9DA2-4852-A5C9-FFF062A8F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4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F3C20C-2923-45C7-B23B-35753519A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2EDF92-FFD7-4171-9A2F-BA1AABA56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C443B6-414D-4CB4-976F-780F07D30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E1DF0-9C9C-4B32-9B71-677E5165CB60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D3595F-279C-4E18-A036-8EE929074D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853D17-FFC0-4A30-B391-966E5C2D4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967AF-9DA2-4852-A5C9-FFF062A8F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496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D1BA76E-819A-4087-B444-4172992A2FBA}"/>
              </a:ext>
            </a:extLst>
          </p:cNvPr>
          <p:cNvSpPr/>
          <p:nvPr/>
        </p:nvSpPr>
        <p:spPr>
          <a:xfrm>
            <a:off x="2943225" y="419101"/>
            <a:ext cx="6124575" cy="6019800"/>
          </a:xfrm>
          <a:prstGeom prst="roundRect">
            <a:avLst>
              <a:gd name="adj" fmla="val 673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8B42426-5C19-447D-8613-DC1E7F69C835}"/>
              </a:ext>
            </a:extLst>
          </p:cNvPr>
          <p:cNvGrpSpPr/>
          <p:nvPr/>
        </p:nvGrpSpPr>
        <p:grpSpPr>
          <a:xfrm>
            <a:off x="3522784" y="574431"/>
            <a:ext cx="5146431" cy="1784866"/>
            <a:chOff x="3522784" y="574431"/>
            <a:chExt cx="5146431" cy="1784866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92F8FAD-39EF-4037-8725-DFA642EFE23C}"/>
                </a:ext>
              </a:extLst>
            </p:cNvPr>
            <p:cNvGrpSpPr/>
            <p:nvPr/>
          </p:nvGrpSpPr>
          <p:grpSpPr>
            <a:xfrm>
              <a:off x="3522784" y="797170"/>
              <a:ext cx="5146431" cy="1562127"/>
              <a:chOff x="3341077" y="1219200"/>
              <a:chExt cx="5146431" cy="1562127"/>
            </a:xfrm>
          </p:grpSpPr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D6096C65-455D-4074-8DC1-ADE56D72D9F9}"/>
                  </a:ext>
                </a:extLst>
              </p:cNvPr>
              <p:cNvSpPr/>
              <p:nvPr/>
            </p:nvSpPr>
            <p:spPr>
              <a:xfrm>
                <a:off x="3341077" y="1219200"/>
                <a:ext cx="5146431" cy="1562127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5600D248-FF03-4979-A870-C5C01465588B}"/>
                  </a:ext>
                </a:extLst>
              </p:cNvPr>
              <p:cNvGrpSpPr/>
              <p:nvPr/>
            </p:nvGrpSpPr>
            <p:grpSpPr>
              <a:xfrm>
                <a:off x="3716215" y="1512277"/>
                <a:ext cx="1207477" cy="1137138"/>
                <a:chOff x="3716215" y="1512277"/>
                <a:chExt cx="1207477" cy="1137138"/>
              </a:xfrm>
            </p:grpSpPr>
            <p:sp>
              <p:nvSpPr>
                <p:cNvPr id="5" name="육각형 4">
                  <a:extLst>
                    <a:ext uri="{FF2B5EF4-FFF2-40B4-BE49-F238E27FC236}">
                      <a16:creationId xmlns:a16="http://schemas.microsoft.com/office/drawing/2014/main" id="{E74430F7-D5F7-4270-8A05-BC599BFFC629}"/>
                    </a:ext>
                  </a:extLst>
                </p:cNvPr>
                <p:cNvSpPr/>
                <p:nvPr/>
              </p:nvSpPr>
              <p:spPr>
                <a:xfrm>
                  <a:off x="3716215" y="1512277"/>
                  <a:ext cx="1207477" cy="1137138"/>
                </a:xfrm>
                <a:prstGeom prst="hexagon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6" name="다이아몬드 5">
                  <a:extLst>
                    <a:ext uri="{FF2B5EF4-FFF2-40B4-BE49-F238E27FC236}">
                      <a16:creationId xmlns:a16="http://schemas.microsoft.com/office/drawing/2014/main" id="{780A7F7C-5E40-4806-9BA0-4DCD07C96D14}"/>
                    </a:ext>
                  </a:extLst>
                </p:cNvPr>
                <p:cNvSpPr/>
                <p:nvPr/>
              </p:nvSpPr>
              <p:spPr>
                <a:xfrm>
                  <a:off x="4051788" y="1512277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4A86A12-4987-408C-90E0-DF0D6FD0F2FA}"/>
                    </a:ext>
                  </a:extLst>
                </p:cNvPr>
                <p:cNvSpPr txBox="1"/>
                <p:nvPr/>
              </p:nvSpPr>
              <p:spPr>
                <a:xfrm>
                  <a:off x="4042473" y="2235143"/>
                  <a:ext cx="5549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AB66C98F-C1E7-4689-A659-3800FBB4F190}"/>
                  </a:ext>
                </a:extLst>
              </p:cNvPr>
              <p:cNvGrpSpPr/>
              <p:nvPr/>
            </p:nvGrpSpPr>
            <p:grpSpPr>
              <a:xfrm>
                <a:off x="5052646" y="1512277"/>
                <a:ext cx="1207477" cy="1137138"/>
                <a:chOff x="3716215" y="1512277"/>
                <a:chExt cx="1207477" cy="1137138"/>
              </a:xfrm>
            </p:grpSpPr>
            <p:sp>
              <p:nvSpPr>
                <p:cNvPr id="10" name="육각형 9">
                  <a:extLst>
                    <a:ext uri="{FF2B5EF4-FFF2-40B4-BE49-F238E27FC236}">
                      <a16:creationId xmlns:a16="http://schemas.microsoft.com/office/drawing/2014/main" id="{4C2AB4E7-C2D7-4A90-A7CE-43ABECB1BE3A}"/>
                    </a:ext>
                  </a:extLst>
                </p:cNvPr>
                <p:cNvSpPr/>
                <p:nvPr/>
              </p:nvSpPr>
              <p:spPr>
                <a:xfrm>
                  <a:off x="3716215" y="1512277"/>
                  <a:ext cx="1207477" cy="1137138"/>
                </a:xfrm>
                <a:prstGeom prst="hexagon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1" name="다이아몬드 10">
                  <a:extLst>
                    <a:ext uri="{FF2B5EF4-FFF2-40B4-BE49-F238E27FC236}">
                      <a16:creationId xmlns:a16="http://schemas.microsoft.com/office/drawing/2014/main" id="{84EF1733-0DF0-4F40-8E66-0806304CD59C}"/>
                    </a:ext>
                  </a:extLst>
                </p:cNvPr>
                <p:cNvSpPr/>
                <p:nvPr/>
              </p:nvSpPr>
              <p:spPr>
                <a:xfrm>
                  <a:off x="4051788" y="1512277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61BD030-75D4-4A15-A965-C391343E73DA}"/>
                    </a:ext>
                  </a:extLst>
                </p:cNvPr>
                <p:cNvSpPr txBox="1"/>
                <p:nvPr/>
              </p:nvSpPr>
              <p:spPr>
                <a:xfrm>
                  <a:off x="4042473" y="2235143"/>
                  <a:ext cx="5549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342D8668-C449-4CD9-991E-C529782943D1}"/>
                  </a:ext>
                </a:extLst>
              </p:cNvPr>
              <p:cNvGrpSpPr/>
              <p:nvPr/>
            </p:nvGrpSpPr>
            <p:grpSpPr>
              <a:xfrm>
                <a:off x="6858000" y="1512277"/>
                <a:ext cx="1207477" cy="1137138"/>
                <a:chOff x="3716215" y="1512277"/>
                <a:chExt cx="1207477" cy="1137138"/>
              </a:xfrm>
            </p:grpSpPr>
            <p:sp>
              <p:nvSpPr>
                <p:cNvPr id="14" name="육각형 13">
                  <a:extLst>
                    <a:ext uri="{FF2B5EF4-FFF2-40B4-BE49-F238E27FC236}">
                      <a16:creationId xmlns:a16="http://schemas.microsoft.com/office/drawing/2014/main" id="{610955C5-1E6D-44EA-93FD-38F5E9AF5C5A}"/>
                    </a:ext>
                  </a:extLst>
                </p:cNvPr>
                <p:cNvSpPr/>
                <p:nvPr/>
              </p:nvSpPr>
              <p:spPr>
                <a:xfrm>
                  <a:off x="3716215" y="1512277"/>
                  <a:ext cx="1207477" cy="1137138"/>
                </a:xfrm>
                <a:prstGeom prst="hexagon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5" name="다이아몬드 14">
                  <a:extLst>
                    <a:ext uri="{FF2B5EF4-FFF2-40B4-BE49-F238E27FC236}">
                      <a16:creationId xmlns:a16="http://schemas.microsoft.com/office/drawing/2014/main" id="{AE1BB6E2-7C00-4A1F-A93A-AD89E3BC31D7}"/>
                    </a:ext>
                  </a:extLst>
                </p:cNvPr>
                <p:cNvSpPr/>
                <p:nvPr/>
              </p:nvSpPr>
              <p:spPr>
                <a:xfrm>
                  <a:off x="4051788" y="1512277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CD21D34-9756-4B05-AF61-08F0DE8F5CEA}"/>
                    </a:ext>
                  </a:extLst>
                </p:cNvPr>
                <p:cNvSpPr txBox="1"/>
                <p:nvPr/>
              </p:nvSpPr>
              <p:spPr>
                <a:xfrm>
                  <a:off x="4042473" y="2235143"/>
                  <a:ext cx="5549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EC875DA-3472-4D1F-AB7E-422B8EAB31B8}"/>
                  </a:ext>
                </a:extLst>
              </p:cNvPr>
              <p:cNvSpPr txBox="1"/>
              <p:nvPr/>
            </p:nvSpPr>
            <p:spPr>
              <a:xfrm>
                <a:off x="6312840" y="1896180"/>
                <a:ext cx="492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〮〮〮〮</a:t>
                </a:r>
              </a:p>
            </p:txBody>
          </p:sp>
        </p:grp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5D16C68A-C57B-448D-8441-E954898A2CF3}"/>
                </a:ext>
              </a:extLst>
            </p:cNvPr>
            <p:cNvSpPr/>
            <p:nvPr/>
          </p:nvSpPr>
          <p:spPr>
            <a:xfrm>
              <a:off x="4286249" y="574431"/>
              <a:ext cx="3619500" cy="440098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Namespace : lea, pod 8</a:t>
              </a:r>
              <a:r>
                <a:rPr lang="ko-KR" altLang="en-US" dirty="0"/>
                <a:t>개</a:t>
              </a: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8099DCE6-F2A9-4B89-AF8B-A154267F2DC4}"/>
              </a:ext>
            </a:extLst>
          </p:cNvPr>
          <p:cNvGrpSpPr/>
          <p:nvPr/>
        </p:nvGrpSpPr>
        <p:grpSpPr>
          <a:xfrm>
            <a:off x="3522784" y="2504209"/>
            <a:ext cx="5146431" cy="1784866"/>
            <a:chOff x="3522784" y="574431"/>
            <a:chExt cx="5146431" cy="1784866"/>
          </a:xfrm>
        </p:grpSpPr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94463B4B-BF42-4D7B-87D6-60939001A872}"/>
                </a:ext>
              </a:extLst>
            </p:cNvPr>
            <p:cNvGrpSpPr/>
            <p:nvPr/>
          </p:nvGrpSpPr>
          <p:grpSpPr>
            <a:xfrm>
              <a:off x="3522784" y="797170"/>
              <a:ext cx="5146431" cy="1562127"/>
              <a:chOff x="3341077" y="1219200"/>
              <a:chExt cx="5146431" cy="1562127"/>
            </a:xfrm>
          </p:grpSpPr>
          <p:sp>
            <p:nvSpPr>
              <p:cNvPr id="91" name="사각형: 둥근 모서리 90">
                <a:extLst>
                  <a:ext uri="{FF2B5EF4-FFF2-40B4-BE49-F238E27FC236}">
                    <a16:creationId xmlns:a16="http://schemas.microsoft.com/office/drawing/2014/main" id="{41333562-ADC4-42A8-B287-CA69C0BB959F}"/>
                  </a:ext>
                </a:extLst>
              </p:cNvPr>
              <p:cNvSpPr/>
              <p:nvPr/>
            </p:nvSpPr>
            <p:spPr>
              <a:xfrm>
                <a:off x="3341077" y="1219200"/>
                <a:ext cx="5146431" cy="1562127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2" name="그룹 91">
                <a:extLst>
                  <a:ext uri="{FF2B5EF4-FFF2-40B4-BE49-F238E27FC236}">
                    <a16:creationId xmlns:a16="http://schemas.microsoft.com/office/drawing/2014/main" id="{6B8314A9-DC31-4C1C-9007-18C5F4324C8A}"/>
                  </a:ext>
                </a:extLst>
              </p:cNvPr>
              <p:cNvGrpSpPr/>
              <p:nvPr/>
            </p:nvGrpSpPr>
            <p:grpSpPr>
              <a:xfrm>
                <a:off x="3716215" y="1512277"/>
                <a:ext cx="1207477" cy="1137138"/>
                <a:chOff x="3716215" y="1512277"/>
                <a:chExt cx="1207477" cy="1137138"/>
              </a:xfrm>
            </p:grpSpPr>
            <p:sp>
              <p:nvSpPr>
                <p:cNvPr id="102" name="육각형 101">
                  <a:extLst>
                    <a:ext uri="{FF2B5EF4-FFF2-40B4-BE49-F238E27FC236}">
                      <a16:creationId xmlns:a16="http://schemas.microsoft.com/office/drawing/2014/main" id="{DB5DEC9B-A5AF-4013-AC20-CFAF44FC8A58}"/>
                    </a:ext>
                  </a:extLst>
                </p:cNvPr>
                <p:cNvSpPr/>
                <p:nvPr/>
              </p:nvSpPr>
              <p:spPr>
                <a:xfrm>
                  <a:off x="3716215" y="1512277"/>
                  <a:ext cx="1207477" cy="1137138"/>
                </a:xfrm>
                <a:prstGeom prst="hexagon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03" name="다이아몬드 102">
                  <a:extLst>
                    <a:ext uri="{FF2B5EF4-FFF2-40B4-BE49-F238E27FC236}">
                      <a16:creationId xmlns:a16="http://schemas.microsoft.com/office/drawing/2014/main" id="{080334FE-99C8-45DC-9B7F-0BC2467B3CBB}"/>
                    </a:ext>
                  </a:extLst>
                </p:cNvPr>
                <p:cNvSpPr/>
                <p:nvPr/>
              </p:nvSpPr>
              <p:spPr>
                <a:xfrm>
                  <a:off x="4051788" y="1512277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6D87065-6985-4C86-BF43-88C3FE71F299}"/>
                    </a:ext>
                  </a:extLst>
                </p:cNvPr>
                <p:cNvSpPr txBox="1"/>
                <p:nvPr/>
              </p:nvSpPr>
              <p:spPr>
                <a:xfrm>
                  <a:off x="4042473" y="2235143"/>
                  <a:ext cx="5549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93" name="그룹 92">
                <a:extLst>
                  <a:ext uri="{FF2B5EF4-FFF2-40B4-BE49-F238E27FC236}">
                    <a16:creationId xmlns:a16="http://schemas.microsoft.com/office/drawing/2014/main" id="{F7D8F812-B07E-4DD3-944A-9476671249D1}"/>
                  </a:ext>
                </a:extLst>
              </p:cNvPr>
              <p:cNvGrpSpPr/>
              <p:nvPr/>
            </p:nvGrpSpPr>
            <p:grpSpPr>
              <a:xfrm>
                <a:off x="5052646" y="1512277"/>
                <a:ext cx="1207477" cy="1137138"/>
                <a:chOff x="3716215" y="1512277"/>
                <a:chExt cx="1207477" cy="1137138"/>
              </a:xfrm>
            </p:grpSpPr>
            <p:sp>
              <p:nvSpPr>
                <p:cNvPr id="99" name="육각형 98">
                  <a:extLst>
                    <a:ext uri="{FF2B5EF4-FFF2-40B4-BE49-F238E27FC236}">
                      <a16:creationId xmlns:a16="http://schemas.microsoft.com/office/drawing/2014/main" id="{98C5F07D-5C0F-4637-AF1B-959B73E91D35}"/>
                    </a:ext>
                  </a:extLst>
                </p:cNvPr>
                <p:cNvSpPr/>
                <p:nvPr/>
              </p:nvSpPr>
              <p:spPr>
                <a:xfrm>
                  <a:off x="3716215" y="1512277"/>
                  <a:ext cx="1207477" cy="1137138"/>
                </a:xfrm>
                <a:prstGeom prst="hexagon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00" name="다이아몬드 99">
                  <a:extLst>
                    <a:ext uri="{FF2B5EF4-FFF2-40B4-BE49-F238E27FC236}">
                      <a16:creationId xmlns:a16="http://schemas.microsoft.com/office/drawing/2014/main" id="{88A90E87-EDA5-4A07-BFC8-36ACA8CD30E5}"/>
                    </a:ext>
                  </a:extLst>
                </p:cNvPr>
                <p:cNvSpPr/>
                <p:nvPr/>
              </p:nvSpPr>
              <p:spPr>
                <a:xfrm>
                  <a:off x="4051788" y="1512277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6B159044-F6AC-4E0E-8157-CAF8B4B6F3CB}"/>
                    </a:ext>
                  </a:extLst>
                </p:cNvPr>
                <p:cNvSpPr txBox="1"/>
                <p:nvPr/>
              </p:nvSpPr>
              <p:spPr>
                <a:xfrm>
                  <a:off x="4042473" y="2235143"/>
                  <a:ext cx="5549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F6801CE9-8F89-45F8-8674-D68A457C95AA}"/>
                  </a:ext>
                </a:extLst>
              </p:cNvPr>
              <p:cNvGrpSpPr/>
              <p:nvPr/>
            </p:nvGrpSpPr>
            <p:grpSpPr>
              <a:xfrm>
                <a:off x="6858000" y="1512277"/>
                <a:ext cx="1207477" cy="1137138"/>
                <a:chOff x="3716215" y="1512277"/>
                <a:chExt cx="1207477" cy="1137138"/>
              </a:xfrm>
            </p:grpSpPr>
            <p:sp>
              <p:nvSpPr>
                <p:cNvPr id="96" name="육각형 95">
                  <a:extLst>
                    <a:ext uri="{FF2B5EF4-FFF2-40B4-BE49-F238E27FC236}">
                      <a16:creationId xmlns:a16="http://schemas.microsoft.com/office/drawing/2014/main" id="{80688FA4-4547-4C09-B467-51A6D2BADF04}"/>
                    </a:ext>
                  </a:extLst>
                </p:cNvPr>
                <p:cNvSpPr/>
                <p:nvPr/>
              </p:nvSpPr>
              <p:spPr>
                <a:xfrm>
                  <a:off x="3716215" y="1512277"/>
                  <a:ext cx="1207477" cy="1137138"/>
                </a:xfrm>
                <a:prstGeom prst="hexagon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97" name="다이아몬드 96">
                  <a:extLst>
                    <a:ext uri="{FF2B5EF4-FFF2-40B4-BE49-F238E27FC236}">
                      <a16:creationId xmlns:a16="http://schemas.microsoft.com/office/drawing/2014/main" id="{5AB8FC48-739B-4715-A1DF-1125CCAD1729}"/>
                    </a:ext>
                  </a:extLst>
                </p:cNvPr>
                <p:cNvSpPr/>
                <p:nvPr/>
              </p:nvSpPr>
              <p:spPr>
                <a:xfrm>
                  <a:off x="4051788" y="1512277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ECF3C16-0EB1-4514-9F08-71D74356A6EF}"/>
                    </a:ext>
                  </a:extLst>
                </p:cNvPr>
                <p:cNvSpPr txBox="1"/>
                <p:nvPr/>
              </p:nvSpPr>
              <p:spPr>
                <a:xfrm>
                  <a:off x="4042473" y="2235143"/>
                  <a:ext cx="5549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2985EA6-9D0A-4130-999C-803FC4F96098}"/>
                  </a:ext>
                </a:extLst>
              </p:cNvPr>
              <p:cNvSpPr txBox="1"/>
              <p:nvPr/>
            </p:nvSpPr>
            <p:spPr>
              <a:xfrm>
                <a:off x="6312840" y="1896180"/>
                <a:ext cx="492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〮〮〮〮</a:t>
                </a:r>
              </a:p>
            </p:txBody>
          </p:sp>
        </p:grpSp>
        <p:sp>
          <p:nvSpPr>
            <p:cNvPr id="90" name="사각형: 둥근 모서리 89">
              <a:extLst>
                <a:ext uri="{FF2B5EF4-FFF2-40B4-BE49-F238E27FC236}">
                  <a16:creationId xmlns:a16="http://schemas.microsoft.com/office/drawing/2014/main" id="{F518580A-D043-415D-A644-0B6F5D46324D}"/>
                </a:ext>
              </a:extLst>
            </p:cNvPr>
            <p:cNvSpPr/>
            <p:nvPr/>
          </p:nvSpPr>
          <p:spPr>
            <a:xfrm>
              <a:off x="4286249" y="574431"/>
              <a:ext cx="3619500" cy="440098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Namespace : res, pod 11</a:t>
              </a:r>
              <a:r>
                <a:rPr lang="ko-KR" altLang="en-US" dirty="0"/>
                <a:t>개</a:t>
              </a: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727B83FF-5463-452F-AB56-CF4E243097A7}"/>
              </a:ext>
            </a:extLst>
          </p:cNvPr>
          <p:cNvGrpSpPr/>
          <p:nvPr/>
        </p:nvGrpSpPr>
        <p:grpSpPr>
          <a:xfrm>
            <a:off x="3522784" y="4433986"/>
            <a:ext cx="5146431" cy="1784866"/>
            <a:chOff x="3522784" y="574431"/>
            <a:chExt cx="5146431" cy="1784866"/>
          </a:xfrm>
        </p:grpSpPr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AA7A72C3-91DB-489B-9B0A-AA6030889669}"/>
                </a:ext>
              </a:extLst>
            </p:cNvPr>
            <p:cNvGrpSpPr/>
            <p:nvPr/>
          </p:nvGrpSpPr>
          <p:grpSpPr>
            <a:xfrm>
              <a:off x="3522784" y="797170"/>
              <a:ext cx="5146431" cy="1562127"/>
              <a:chOff x="3341077" y="1219200"/>
              <a:chExt cx="5146431" cy="1562127"/>
            </a:xfrm>
          </p:grpSpPr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74DCB8D3-1095-4FBB-BA03-443A07C98343}"/>
                  </a:ext>
                </a:extLst>
              </p:cNvPr>
              <p:cNvSpPr/>
              <p:nvPr/>
            </p:nvSpPr>
            <p:spPr>
              <a:xfrm>
                <a:off x="3341077" y="1219200"/>
                <a:ext cx="5146431" cy="1562127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38D05CC5-BD03-4265-A791-B75455E9CFCE}"/>
                  </a:ext>
                </a:extLst>
              </p:cNvPr>
              <p:cNvGrpSpPr/>
              <p:nvPr/>
            </p:nvGrpSpPr>
            <p:grpSpPr>
              <a:xfrm>
                <a:off x="3716215" y="1512277"/>
                <a:ext cx="1207477" cy="1137138"/>
                <a:chOff x="3716215" y="1512277"/>
                <a:chExt cx="1207477" cy="1137138"/>
              </a:xfrm>
            </p:grpSpPr>
            <p:sp>
              <p:nvSpPr>
                <p:cNvPr id="119" name="육각형 118">
                  <a:extLst>
                    <a:ext uri="{FF2B5EF4-FFF2-40B4-BE49-F238E27FC236}">
                      <a16:creationId xmlns:a16="http://schemas.microsoft.com/office/drawing/2014/main" id="{2723B584-C4D9-4E94-88E8-C02BEC7C3D96}"/>
                    </a:ext>
                  </a:extLst>
                </p:cNvPr>
                <p:cNvSpPr/>
                <p:nvPr/>
              </p:nvSpPr>
              <p:spPr>
                <a:xfrm>
                  <a:off x="3716215" y="1512277"/>
                  <a:ext cx="1207477" cy="1137138"/>
                </a:xfrm>
                <a:prstGeom prst="hexagon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20" name="다이아몬드 119">
                  <a:extLst>
                    <a:ext uri="{FF2B5EF4-FFF2-40B4-BE49-F238E27FC236}">
                      <a16:creationId xmlns:a16="http://schemas.microsoft.com/office/drawing/2014/main" id="{07F1227D-2AC2-4F66-BCE2-5607373BB28A}"/>
                    </a:ext>
                  </a:extLst>
                </p:cNvPr>
                <p:cNvSpPr/>
                <p:nvPr/>
              </p:nvSpPr>
              <p:spPr>
                <a:xfrm>
                  <a:off x="4051788" y="1512277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DE753A62-A3D1-4027-B2AD-69F20A8802F8}"/>
                    </a:ext>
                  </a:extLst>
                </p:cNvPr>
                <p:cNvSpPr txBox="1"/>
                <p:nvPr/>
              </p:nvSpPr>
              <p:spPr>
                <a:xfrm>
                  <a:off x="4042473" y="2235143"/>
                  <a:ext cx="5549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BFED36C6-2A80-4406-9BA2-FECACA16EB9D}"/>
                  </a:ext>
                </a:extLst>
              </p:cNvPr>
              <p:cNvGrpSpPr/>
              <p:nvPr/>
            </p:nvGrpSpPr>
            <p:grpSpPr>
              <a:xfrm>
                <a:off x="6858000" y="1512277"/>
                <a:ext cx="1207477" cy="1137138"/>
                <a:chOff x="3716215" y="1512277"/>
                <a:chExt cx="1207477" cy="1137138"/>
              </a:xfrm>
            </p:grpSpPr>
            <p:sp>
              <p:nvSpPr>
                <p:cNvPr id="113" name="육각형 112">
                  <a:extLst>
                    <a:ext uri="{FF2B5EF4-FFF2-40B4-BE49-F238E27FC236}">
                      <a16:creationId xmlns:a16="http://schemas.microsoft.com/office/drawing/2014/main" id="{D0EDBDDA-41CB-4B05-8E41-962BFE65ACFB}"/>
                    </a:ext>
                  </a:extLst>
                </p:cNvPr>
                <p:cNvSpPr/>
                <p:nvPr/>
              </p:nvSpPr>
              <p:spPr>
                <a:xfrm>
                  <a:off x="3716215" y="1512277"/>
                  <a:ext cx="1207477" cy="1137138"/>
                </a:xfrm>
                <a:prstGeom prst="hexagon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14" name="다이아몬드 113">
                  <a:extLst>
                    <a:ext uri="{FF2B5EF4-FFF2-40B4-BE49-F238E27FC236}">
                      <a16:creationId xmlns:a16="http://schemas.microsoft.com/office/drawing/2014/main" id="{5155CB27-B1F2-49F2-89B9-2CFF28CC8EAF}"/>
                    </a:ext>
                  </a:extLst>
                </p:cNvPr>
                <p:cNvSpPr/>
                <p:nvPr/>
              </p:nvSpPr>
              <p:spPr>
                <a:xfrm>
                  <a:off x="4051788" y="1512277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A35EECC4-7D8C-4E03-AE9B-BA40F08338BB}"/>
                    </a:ext>
                  </a:extLst>
                </p:cNvPr>
                <p:cNvSpPr txBox="1"/>
                <p:nvPr/>
              </p:nvSpPr>
              <p:spPr>
                <a:xfrm>
                  <a:off x="4042473" y="2235143"/>
                  <a:ext cx="5549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107" name="사각형: 둥근 모서리 106">
              <a:extLst>
                <a:ext uri="{FF2B5EF4-FFF2-40B4-BE49-F238E27FC236}">
                  <a16:creationId xmlns:a16="http://schemas.microsoft.com/office/drawing/2014/main" id="{31F96F1A-D893-4B9F-8137-848CFF09BD0C}"/>
                </a:ext>
              </a:extLst>
            </p:cNvPr>
            <p:cNvSpPr/>
            <p:nvPr/>
          </p:nvSpPr>
          <p:spPr>
            <a:xfrm>
              <a:off x="4286249" y="574431"/>
              <a:ext cx="3619500" cy="440098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Namespace : </a:t>
              </a:r>
              <a:r>
                <a:rPr lang="en-US" altLang="ko-KR" dirty="0" err="1"/>
                <a:t>cul</a:t>
              </a:r>
              <a:r>
                <a:rPr lang="en-US" altLang="ko-KR" dirty="0"/>
                <a:t>, pod 2</a:t>
              </a:r>
              <a:r>
                <a:rPr lang="ko-KR" altLang="en-US" dirty="0"/>
                <a:t>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3682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FCB830F-0C5D-A0D5-BDD1-40CDCF89CAF1}"/>
              </a:ext>
            </a:extLst>
          </p:cNvPr>
          <p:cNvSpPr/>
          <p:nvPr/>
        </p:nvSpPr>
        <p:spPr>
          <a:xfrm>
            <a:off x="130629" y="1737955"/>
            <a:ext cx="1284037" cy="33735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76" name="그룹 275">
            <a:extLst>
              <a:ext uri="{FF2B5EF4-FFF2-40B4-BE49-F238E27FC236}">
                <a16:creationId xmlns:a16="http://schemas.microsoft.com/office/drawing/2014/main" id="{9B8AA8ED-1F64-251B-52F3-1813DB0C662C}"/>
              </a:ext>
            </a:extLst>
          </p:cNvPr>
          <p:cNvGrpSpPr/>
          <p:nvPr/>
        </p:nvGrpSpPr>
        <p:grpSpPr>
          <a:xfrm>
            <a:off x="1937171" y="2691323"/>
            <a:ext cx="1214114" cy="1068545"/>
            <a:chOff x="2421945" y="2739939"/>
            <a:chExt cx="1214114" cy="1068545"/>
          </a:xfrm>
        </p:grpSpPr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2E00596B-D106-58BA-39D2-6046D4B96FDB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270" name="육각형 81">
                <a:extLst>
                  <a:ext uri="{FF2B5EF4-FFF2-40B4-BE49-F238E27FC236}">
                    <a16:creationId xmlns:a16="http://schemas.microsoft.com/office/drawing/2014/main" id="{D8CC571C-77BC-826A-6E72-D1E352DCADEC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4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1" name="자유형 270">
                <a:extLst>
                  <a:ext uri="{FF2B5EF4-FFF2-40B4-BE49-F238E27FC236}">
                    <a16:creationId xmlns:a16="http://schemas.microsoft.com/office/drawing/2014/main" id="{403E6D1A-D8C6-B594-4082-F7AFFC1219E6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200" dirty="0" err="1">
                    <a:solidFill>
                      <a:schemeClr val="bg1"/>
                    </a:solidFill>
                  </a:rPr>
                  <a:t>mngr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-pod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5BC9037B-F26E-9EA4-93FF-4C76E0C2F7F9}"/>
                </a:ext>
              </a:extLst>
            </p:cNvPr>
            <p:cNvGrpSpPr/>
            <p:nvPr/>
          </p:nvGrpSpPr>
          <p:grpSpPr>
            <a:xfrm>
              <a:off x="2600423" y="2739939"/>
              <a:ext cx="857158" cy="770909"/>
              <a:chOff x="10358689" y="1238502"/>
              <a:chExt cx="1031252" cy="927485"/>
            </a:xfrm>
          </p:grpSpPr>
          <p:sp>
            <p:nvSpPr>
              <p:cNvPr id="184" name="다이아몬드 183">
                <a:extLst>
                  <a:ext uri="{FF2B5EF4-FFF2-40B4-BE49-F238E27FC236}">
                    <a16:creationId xmlns:a16="http://schemas.microsoft.com/office/drawing/2014/main" id="{5E91CF83-EB5C-8806-3E9D-1D471A328429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" name="다이아몬드 184">
                <a:extLst>
                  <a:ext uri="{FF2B5EF4-FFF2-40B4-BE49-F238E27FC236}">
                    <a16:creationId xmlns:a16="http://schemas.microsoft.com/office/drawing/2014/main" id="{43ABF4D7-C7BB-8EF1-A7DB-FD06C786A822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8A1BAD86-ED85-3A99-5ABD-F89864549B4F}"/>
                  </a:ext>
                </a:extLst>
              </p:cNvPr>
              <p:cNvSpPr txBox="1"/>
              <p:nvPr/>
            </p:nvSpPr>
            <p:spPr>
              <a:xfrm>
                <a:off x="10358689" y="1458755"/>
                <a:ext cx="1031252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res-</a:t>
                </a:r>
                <a:r>
                  <a:rPr lang="en-US" altLang="ko-KR" sz="1200" b="1" dirty="0" err="1"/>
                  <a:t>mngr</a:t>
                </a:r>
                <a:endParaRPr lang="ko-KR" altLang="en-US" sz="1200" b="1" dirty="0"/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E3CFA975-A829-CC5B-C6B9-12386A0DD7B6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52B01550-E129-B1F3-80A3-82D97C5B53A2}"/>
              </a:ext>
            </a:extLst>
          </p:cNvPr>
          <p:cNvGrpSpPr/>
          <p:nvPr/>
        </p:nvGrpSpPr>
        <p:grpSpPr>
          <a:xfrm>
            <a:off x="1937171" y="3808970"/>
            <a:ext cx="1214114" cy="1068545"/>
            <a:chOff x="2421945" y="2739939"/>
            <a:chExt cx="1214114" cy="1068545"/>
          </a:xfrm>
        </p:grpSpPr>
        <p:grpSp>
          <p:nvGrpSpPr>
            <p:cNvPr id="278" name="그룹 277">
              <a:extLst>
                <a:ext uri="{FF2B5EF4-FFF2-40B4-BE49-F238E27FC236}">
                  <a16:creationId xmlns:a16="http://schemas.microsoft.com/office/drawing/2014/main" id="{1110194F-F3F7-4B76-D3A5-538E0428F326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284" name="육각형 81">
                <a:extLst>
                  <a:ext uri="{FF2B5EF4-FFF2-40B4-BE49-F238E27FC236}">
                    <a16:creationId xmlns:a16="http://schemas.microsoft.com/office/drawing/2014/main" id="{B40CCF4B-BD0D-3F43-F71C-B081BC75C3ED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4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" name="자유형 284">
                <a:extLst>
                  <a:ext uri="{FF2B5EF4-FFF2-40B4-BE49-F238E27FC236}">
                    <a16:creationId xmlns:a16="http://schemas.microsoft.com/office/drawing/2014/main" id="{C98B0030-D942-AE5B-E3D3-547DE55C5DF5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/>
                    </a:solidFill>
                  </a:rPr>
                  <a:t>expr-pod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79" name="그룹 278">
              <a:extLst>
                <a:ext uri="{FF2B5EF4-FFF2-40B4-BE49-F238E27FC236}">
                  <a16:creationId xmlns:a16="http://schemas.microsoft.com/office/drawing/2014/main" id="{66DC06C8-E3A5-8CBB-FB25-BC62AB54359C}"/>
                </a:ext>
              </a:extLst>
            </p:cNvPr>
            <p:cNvGrpSpPr/>
            <p:nvPr/>
          </p:nvGrpSpPr>
          <p:grpSpPr>
            <a:xfrm>
              <a:off x="2600420" y="2739939"/>
              <a:ext cx="789832" cy="770909"/>
              <a:chOff x="10358689" y="1238502"/>
              <a:chExt cx="950252" cy="927485"/>
            </a:xfrm>
          </p:grpSpPr>
          <p:sp>
            <p:nvSpPr>
              <p:cNvPr id="280" name="다이아몬드 279">
                <a:extLst>
                  <a:ext uri="{FF2B5EF4-FFF2-40B4-BE49-F238E27FC236}">
                    <a16:creationId xmlns:a16="http://schemas.microsoft.com/office/drawing/2014/main" id="{6E6112BB-3DF8-1F43-ABED-886FD5C4FE95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1" name="다이아몬드 280">
                <a:extLst>
                  <a:ext uri="{FF2B5EF4-FFF2-40B4-BE49-F238E27FC236}">
                    <a16:creationId xmlns:a16="http://schemas.microsoft.com/office/drawing/2014/main" id="{DD48C34C-D09D-AB66-289A-51ED29FEA53D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C9FE3ADD-E031-F3EE-E076-7D05FC7A0364}"/>
                  </a:ext>
                </a:extLst>
              </p:cNvPr>
              <p:cNvSpPr txBox="1"/>
              <p:nvPr/>
            </p:nvSpPr>
            <p:spPr>
              <a:xfrm>
                <a:off x="10358689" y="1458755"/>
                <a:ext cx="950252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res-expr</a:t>
                </a:r>
                <a:endParaRPr lang="ko-KR" altLang="en-US" sz="1200" b="1" dirty="0"/>
              </a:p>
            </p:txBody>
          </p: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AF71B7CC-23F6-0789-68B9-15C5E0B688E5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286" name="그룹 285">
            <a:extLst>
              <a:ext uri="{FF2B5EF4-FFF2-40B4-BE49-F238E27FC236}">
                <a16:creationId xmlns:a16="http://schemas.microsoft.com/office/drawing/2014/main" id="{F39E6B84-61FD-0CD3-5C97-8E5563813FF7}"/>
              </a:ext>
            </a:extLst>
          </p:cNvPr>
          <p:cNvGrpSpPr/>
          <p:nvPr/>
        </p:nvGrpSpPr>
        <p:grpSpPr>
          <a:xfrm>
            <a:off x="2961519" y="3238396"/>
            <a:ext cx="1214114" cy="1068545"/>
            <a:chOff x="2421945" y="2739939"/>
            <a:chExt cx="1214114" cy="1068545"/>
          </a:xfrm>
        </p:grpSpPr>
        <p:grpSp>
          <p:nvGrpSpPr>
            <p:cNvPr id="287" name="그룹 286">
              <a:extLst>
                <a:ext uri="{FF2B5EF4-FFF2-40B4-BE49-F238E27FC236}">
                  <a16:creationId xmlns:a16="http://schemas.microsoft.com/office/drawing/2014/main" id="{1DB6B25E-1ACC-D137-C726-E66CCE378892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293" name="육각형 81">
                <a:extLst>
                  <a:ext uri="{FF2B5EF4-FFF2-40B4-BE49-F238E27FC236}">
                    <a16:creationId xmlns:a16="http://schemas.microsoft.com/office/drawing/2014/main" id="{3E80F3A0-0E3D-E48A-E283-0A039BC92E78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4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4" name="자유형 293">
                <a:extLst>
                  <a:ext uri="{FF2B5EF4-FFF2-40B4-BE49-F238E27FC236}">
                    <a16:creationId xmlns:a16="http://schemas.microsoft.com/office/drawing/2014/main" id="{9D012151-1E64-8CA0-D381-41C8AEDAD29B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200" dirty="0" err="1">
                    <a:solidFill>
                      <a:schemeClr val="bg1"/>
                    </a:solidFill>
                  </a:rPr>
                  <a:t>mber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-pod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88" name="그룹 287">
              <a:extLst>
                <a:ext uri="{FF2B5EF4-FFF2-40B4-BE49-F238E27FC236}">
                  <a16:creationId xmlns:a16="http://schemas.microsoft.com/office/drawing/2014/main" id="{08264A17-68D0-400B-B8CD-CBCF97377A4D}"/>
                </a:ext>
              </a:extLst>
            </p:cNvPr>
            <p:cNvGrpSpPr/>
            <p:nvPr/>
          </p:nvGrpSpPr>
          <p:grpSpPr>
            <a:xfrm>
              <a:off x="2600424" y="2739939"/>
              <a:ext cx="849143" cy="770909"/>
              <a:chOff x="10358689" y="1238502"/>
              <a:chExt cx="1021609" cy="927485"/>
            </a:xfrm>
          </p:grpSpPr>
          <p:sp>
            <p:nvSpPr>
              <p:cNvPr id="289" name="다이아몬드 288">
                <a:extLst>
                  <a:ext uri="{FF2B5EF4-FFF2-40B4-BE49-F238E27FC236}">
                    <a16:creationId xmlns:a16="http://schemas.microsoft.com/office/drawing/2014/main" id="{15981242-063C-CEBA-CB19-5FD34472E8D6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0" name="다이아몬드 289">
                <a:extLst>
                  <a:ext uri="{FF2B5EF4-FFF2-40B4-BE49-F238E27FC236}">
                    <a16:creationId xmlns:a16="http://schemas.microsoft.com/office/drawing/2014/main" id="{E3FEA02D-B3E3-85BB-0B53-522A53C8D233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0FA4798F-0023-08F6-5D73-3FF8929575BF}"/>
                  </a:ext>
                </a:extLst>
              </p:cNvPr>
              <p:cNvSpPr txBox="1"/>
              <p:nvPr/>
            </p:nvSpPr>
            <p:spPr>
              <a:xfrm>
                <a:off x="10358689" y="1458755"/>
                <a:ext cx="1021609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res-</a:t>
                </a:r>
                <a:r>
                  <a:rPr lang="en-US" altLang="ko-KR" sz="1200" b="1" dirty="0" err="1"/>
                  <a:t>mber</a:t>
                </a:r>
                <a:endParaRPr lang="ko-KR" altLang="en-US" sz="1200" b="1" dirty="0"/>
              </a:p>
            </p:txBody>
          </p:sp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8E40A110-0024-A5F6-7CD2-A67995376893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FD66A275-9BC7-C882-E162-73ECA9B3B0FA}"/>
              </a:ext>
            </a:extLst>
          </p:cNvPr>
          <p:cNvGrpSpPr/>
          <p:nvPr/>
        </p:nvGrpSpPr>
        <p:grpSpPr>
          <a:xfrm>
            <a:off x="2961519" y="4348728"/>
            <a:ext cx="1214114" cy="1068545"/>
            <a:chOff x="2421945" y="2739939"/>
            <a:chExt cx="1214114" cy="1068545"/>
          </a:xfrm>
        </p:grpSpPr>
        <p:grpSp>
          <p:nvGrpSpPr>
            <p:cNvPr id="296" name="그룹 295">
              <a:extLst>
                <a:ext uri="{FF2B5EF4-FFF2-40B4-BE49-F238E27FC236}">
                  <a16:creationId xmlns:a16="http://schemas.microsoft.com/office/drawing/2014/main" id="{75FE0EE3-9E61-9891-CDE7-BBE574C74BFA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302" name="육각형 81">
                <a:extLst>
                  <a:ext uri="{FF2B5EF4-FFF2-40B4-BE49-F238E27FC236}">
                    <a16:creationId xmlns:a16="http://schemas.microsoft.com/office/drawing/2014/main" id="{5FB3878B-7ABA-C08B-526B-BC8EAA788AF0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4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3" name="자유형 302">
                <a:extLst>
                  <a:ext uri="{FF2B5EF4-FFF2-40B4-BE49-F238E27FC236}">
                    <a16:creationId xmlns:a16="http://schemas.microsoft.com/office/drawing/2014/main" id="{4C33E884-D83B-212D-7715-451E27E6CDA3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 err="1">
                    <a:solidFill>
                      <a:schemeClr val="bg1"/>
                    </a:solidFill>
                  </a:rPr>
                  <a:t>cmmn</a:t>
                </a:r>
                <a:r>
                  <a:rPr lang="en-US" altLang="ko-KR" sz="1100" dirty="0">
                    <a:solidFill>
                      <a:schemeClr val="bg1"/>
                    </a:solidFill>
                  </a:rPr>
                  <a:t>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97" name="그룹 296">
              <a:extLst>
                <a:ext uri="{FF2B5EF4-FFF2-40B4-BE49-F238E27FC236}">
                  <a16:creationId xmlns:a16="http://schemas.microsoft.com/office/drawing/2014/main" id="{8A4D2E0F-22D2-533B-68DC-9DB052A38BB1}"/>
                </a:ext>
              </a:extLst>
            </p:cNvPr>
            <p:cNvGrpSpPr/>
            <p:nvPr/>
          </p:nvGrpSpPr>
          <p:grpSpPr>
            <a:xfrm>
              <a:off x="2600415" y="2739939"/>
              <a:ext cx="918072" cy="770909"/>
              <a:chOff x="10358689" y="1238502"/>
              <a:chExt cx="1104539" cy="927485"/>
            </a:xfrm>
          </p:grpSpPr>
          <p:sp>
            <p:nvSpPr>
              <p:cNvPr id="298" name="다이아몬드 297">
                <a:extLst>
                  <a:ext uri="{FF2B5EF4-FFF2-40B4-BE49-F238E27FC236}">
                    <a16:creationId xmlns:a16="http://schemas.microsoft.com/office/drawing/2014/main" id="{2F5A89D1-1EB1-A378-24C4-C83442EF36A8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9" name="다이아몬드 298">
                <a:extLst>
                  <a:ext uri="{FF2B5EF4-FFF2-40B4-BE49-F238E27FC236}">
                    <a16:creationId xmlns:a16="http://schemas.microsoft.com/office/drawing/2014/main" id="{698B4085-DF92-984B-DDA9-6462E4C5538F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F11EE3FA-241E-99D5-90A3-8D29BFFDEED3}"/>
                  </a:ext>
                </a:extLst>
              </p:cNvPr>
              <p:cNvSpPr txBox="1"/>
              <p:nvPr/>
            </p:nvSpPr>
            <p:spPr>
              <a:xfrm>
                <a:off x="10358689" y="1458755"/>
                <a:ext cx="1104539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res-</a:t>
                </a:r>
                <a:r>
                  <a:rPr lang="en-US" altLang="ko-KR" sz="1200" b="1" dirty="0" err="1"/>
                  <a:t>cmmn</a:t>
                </a:r>
                <a:endParaRPr lang="ko-KR" altLang="en-US" sz="1200" b="1" dirty="0"/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791D6075-BC82-F044-992B-AA42346C7D5C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304" name="그룹 303">
            <a:extLst>
              <a:ext uri="{FF2B5EF4-FFF2-40B4-BE49-F238E27FC236}">
                <a16:creationId xmlns:a16="http://schemas.microsoft.com/office/drawing/2014/main" id="{00052BBD-4295-90FD-E33F-F8A4CBBA5EA2}"/>
              </a:ext>
            </a:extLst>
          </p:cNvPr>
          <p:cNvGrpSpPr/>
          <p:nvPr/>
        </p:nvGrpSpPr>
        <p:grpSpPr>
          <a:xfrm>
            <a:off x="3974351" y="2683129"/>
            <a:ext cx="1214114" cy="1068545"/>
            <a:chOff x="2421945" y="2739939"/>
            <a:chExt cx="1214114" cy="1068545"/>
          </a:xfrm>
        </p:grpSpPr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3FE5E6D2-6CE5-E9C1-5E56-80C2D3211B4B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311" name="육각형 81">
                <a:extLst>
                  <a:ext uri="{FF2B5EF4-FFF2-40B4-BE49-F238E27FC236}">
                    <a16:creationId xmlns:a16="http://schemas.microsoft.com/office/drawing/2014/main" id="{FE1019BE-4CA5-C1F3-061A-00D277668908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4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2" name="자유형 311">
                <a:extLst>
                  <a:ext uri="{FF2B5EF4-FFF2-40B4-BE49-F238E27FC236}">
                    <a16:creationId xmlns:a16="http://schemas.microsoft.com/office/drawing/2014/main" id="{99EFA1DC-B0B9-B537-6C1C-449BA9ED36AE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/>
                    </a:solidFill>
                  </a:rPr>
                  <a:t>play-pod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06" name="그룹 305">
              <a:extLst>
                <a:ext uri="{FF2B5EF4-FFF2-40B4-BE49-F238E27FC236}">
                  <a16:creationId xmlns:a16="http://schemas.microsoft.com/office/drawing/2014/main" id="{086DA19F-5890-AA48-DCEE-CFF379C3BC09}"/>
                </a:ext>
              </a:extLst>
            </p:cNvPr>
            <p:cNvGrpSpPr/>
            <p:nvPr/>
          </p:nvGrpSpPr>
          <p:grpSpPr>
            <a:xfrm>
              <a:off x="2645307" y="2739939"/>
              <a:ext cx="767390" cy="770909"/>
              <a:chOff x="10412694" y="1238502"/>
              <a:chExt cx="923252" cy="927485"/>
            </a:xfrm>
          </p:grpSpPr>
          <p:sp>
            <p:nvSpPr>
              <p:cNvPr id="307" name="다이아몬드 306">
                <a:extLst>
                  <a:ext uri="{FF2B5EF4-FFF2-40B4-BE49-F238E27FC236}">
                    <a16:creationId xmlns:a16="http://schemas.microsoft.com/office/drawing/2014/main" id="{0A3958F1-0719-DEF2-A891-E34223FD80AD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8" name="다이아몬드 307">
                <a:extLst>
                  <a:ext uri="{FF2B5EF4-FFF2-40B4-BE49-F238E27FC236}">
                    <a16:creationId xmlns:a16="http://schemas.microsoft.com/office/drawing/2014/main" id="{13CFE001-EA75-DA00-F4F0-CC5723DD6144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B880E50A-61D6-E6AA-2CD1-3608F46057C8}"/>
                  </a:ext>
                </a:extLst>
              </p:cNvPr>
              <p:cNvSpPr txBox="1"/>
              <p:nvPr/>
            </p:nvSpPr>
            <p:spPr>
              <a:xfrm>
                <a:off x="10412694" y="1460522"/>
                <a:ext cx="923252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res-play</a:t>
                </a:r>
                <a:endParaRPr lang="ko-KR" altLang="en-US" sz="1200" b="1" dirty="0"/>
              </a:p>
            </p:txBody>
          </p:sp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B64E9286-403B-49C1-7163-896DB63B7CF6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4244C853-E005-9B44-D70E-6421840AE08D}"/>
              </a:ext>
            </a:extLst>
          </p:cNvPr>
          <p:cNvGrpSpPr/>
          <p:nvPr/>
        </p:nvGrpSpPr>
        <p:grpSpPr>
          <a:xfrm>
            <a:off x="4994844" y="3241508"/>
            <a:ext cx="1214114" cy="1068545"/>
            <a:chOff x="2421945" y="2739939"/>
            <a:chExt cx="1214114" cy="1068545"/>
          </a:xfrm>
        </p:grpSpPr>
        <p:grpSp>
          <p:nvGrpSpPr>
            <p:cNvPr id="314" name="그룹 313">
              <a:extLst>
                <a:ext uri="{FF2B5EF4-FFF2-40B4-BE49-F238E27FC236}">
                  <a16:creationId xmlns:a16="http://schemas.microsoft.com/office/drawing/2014/main" id="{548F572A-F171-0AAC-F0B6-1C1C3D8D0463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320" name="육각형 81">
                <a:extLst>
                  <a:ext uri="{FF2B5EF4-FFF2-40B4-BE49-F238E27FC236}">
                    <a16:creationId xmlns:a16="http://schemas.microsoft.com/office/drawing/2014/main" id="{967D0550-7610-2B30-6CF2-B6183C978DE4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4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" name="자유형 320">
                <a:extLst>
                  <a:ext uri="{FF2B5EF4-FFF2-40B4-BE49-F238E27FC236}">
                    <a16:creationId xmlns:a16="http://schemas.microsoft.com/office/drawing/2014/main" id="{DB96430B-57BD-C736-C3D0-87E5F971EE00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/>
                    </a:solidFill>
                  </a:rPr>
                  <a:t>camp-pod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15" name="그룹 314">
              <a:extLst>
                <a:ext uri="{FF2B5EF4-FFF2-40B4-BE49-F238E27FC236}">
                  <a16:creationId xmlns:a16="http://schemas.microsoft.com/office/drawing/2014/main" id="{EBFD3A7C-6F65-926C-A93E-2F3FC052D718}"/>
                </a:ext>
              </a:extLst>
            </p:cNvPr>
            <p:cNvGrpSpPr/>
            <p:nvPr/>
          </p:nvGrpSpPr>
          <p:grpSpPr>
            <a:xfrm>
              <a:off x="2601024" y="2739939"/>
              <a:ext cx="861967" cy="770909"/>
              <a:chOff x="10359416" y="1238502"/>
              <a:chExt cx="1037038" cy="927485"/>
            </a:xfrm>
          </p:grpSpPr>
          <p:sp>
            <p:nvSpPr>
              <p:cNvPr id="316" name="다이아몬드 315">
                <a:extLst>
                  <a:ext uri="{FF2B5EF4-FFF2-40B4-BE49-F238E27FC236}">
                    <a16:creationId xmlns:a16="http://schemas.microsoft.com/office/drawing/2014/main" id="{D9BD0821-84B0-993F-3EEC-5A75E4A11B3A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7" name="다이아몬드 316">
                <a:extLst>
                  <a:ext uri="{FF2B5EF4-FFF2-40B4-BE49-F238E27FC236}">
                    <a16:creationId xmlns:a16="http://schemas.microsoft.com/office/drawing/2014/main" id="{0CBEA9A6-FFDE-CA51-E3B4-B79AB18F1C2B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F1F91337-28BD-1ECF-1293-409E25A775EC}"/>
                  </a:ext>
                </a:extLst>
              </p:cNvPr>
              <p:cNvSpPr txBox="1"/>
              <p:nvPr/>
            </p:nvSpPr>
            <p:spPr>
              <a:xfrm>
                <a:off x="10359416" y="1460522"/>
                <a:ext cx="1037038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res-camp</a:t>
                </a:r>
                <a:endParaRPr lang="ko-KR" altLang="en-US" sz="1200" b="1" dirty="0"/>
              </a:p>
            </p:txBody>
          </p:sp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3ED76603-E8FD-6150-C54C-BC93CA4E5D6D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324" name="그룹 323">
            <a:extLst>
              <a:ext uri="{FF2B5EF4-FFF2-40B4-BE49-F238E27FC236}">
                <a16:creationId xmlns:a16="http://schemas.microsoft.com/office/drawing/2014/main" id="{C883D1F1-6AFD-077E-142F-E56944722048}"/>
              </a:ext>
            </a:extLst>
          </p:cNvPr>
          <p:cNvGrpSpPr/>
          <p:nvPr/>
        </p:nvGrpSpPr>
        <p:grpSpPr>
          <a:xfrm>
            <a:off x="3974351" y="3803212"/>
            <a:ext cx="1214114" cy="1068545"/>
            <a:chOff x="2421945" y="2739939"/>
            <a:chExt cx="1214114" cy="1068545"/>
          </a:xfrm>
        </p:grpSpPr>
        <p:grpSp>
          <p:nvGrpSpPr>
            <p:cNvPr id="325" name="그룹 324">
              <a:extLst>
                <a:ext uri="{FF2B5EF4-FFF2-40B4-BE49-F238E27FC236}">
                  <a16:creationId xmlns:a16="http://schemas.microsoft.com/office/drawing/2014/main" id="{B914FA13-F107-D0D7-0B31-8D112F0C07B2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331" name="육각형 81">
                <a:extLst>
                  <a:ext uri="{FF2B5EF4-FFF2-40B4-BE49-F238E27FC236}">
                    <a16:creationId xmlns:a16="http://schemas.microsoft.com/office/drawing/2014/main" id="{770AB88E-7C38-7270-E9F9-2930774AE5A6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4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" name="자유형 331">
                <a:extLst>
                  <a:ext uri="{FF2B5EF4-FFF2-40B4-BE49-F238E27FC236}">
                    <a16:creationId xmlns:a16="http://schemas.microsoft.com/office/drawing/2014/main" id="{B10E6E58-613E-42A2-306F-59324018CF21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200" dirty="0" err="1">
                    <a:solidFill>
                      <a:schemeClr val="bg1"/>
                    </a:solidFill>
                  </a:rPr>
                  <a:t>lect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-pod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26" name="그룹 325">
              <a:extLst>
                <a:ext uri="{FF2B5EF4-FFF2-40B4-BE49-F238E27FC236}">
                  <a16:creationId xmlns:a16="http://schemas.microsoft.com/office/drawing/2014/main" id="{3BDCAB46-140B-B14F-348F-18DE2638A632}"/>
                </a:ext>
              </a:extLst>
            </p:cNvPr>
            <p:cNvGrpSpPr/>
            <p:nvPr/>
          </p:nvGrpSpPr>
          <p:grpSpPr>
            <a:xfrm>
              <a:off x="2645313" y="2739939"/>
              <a:ext cx="725711" cy="770909"/>
              <a:chOff x="10412694" y="1238502"/>
              <a:chExt cx="873107" cy="927485"/>
            </a:xfrm>
          </p:grpSpPr>
          <p:sp>
            <p:nvSpPr>
              <p:cNvPr id="327" name="다이아몬드 326">
                <a:extLst>
                  <a:ext uri="{FF2B5EF4-FFF2-40B4-BE49-F238E27FC236}">
                    <a16:creationId xmlns:a16="http://schemas.microsoft.com/office/drawing/2014/main" id="{2CD5AC81-2B60-CCD6-41AD-98A90F9AB6E7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8" name="다이아몬드 327">
                <a:extLst>
                  <a:ext uri="{FF2B5EF4-FFF2-40B4-BE49-F238E27FC236}">
                    <a16:creationId xmlns:a16="http://schemas.microsoft.com/office/drawing/2014/main" id="{0382A880-0508-B9A0-D8DE-E5734FAC41CB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99B6A3A1-9D48-B316-1B72-400D23B8124E}"/>
                  </a:ext>
                </a:extLst>
              </p:cNvPr>
              <p:cNvSpPr txBox="1"/>
              <p:nvPr/>
            </p:nvSpPr>
            <p:spPr>
              <a:xfrm>
                <a:off x="10412694" y="1460522"/>
                <a:ext cx="873107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res-</a:t>
                </a:r>
                <a:r>
                  <a:rPr lang="en-US" altLang="ko-KR" sz="1200" b="1" dirty="0" err="1"/>
                  <a:t>lect</a:t>
                </a:r>
                <a:endParaRPr lang="ko-KR" altLang="en-US" sz="1200" b="1" dirty="0"/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5D018667-31FF-1B6E-C394-54C53DEC98D2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335" name="그룹 334">
            <a:extLst>
              <a:ext uri="{FF2B5EF4-FFF2-40B4-BE49-F238E27FC236}">
                <a16:creationId xmlns:a16="http://schemas.microsoft.com/office/drawing/2014/main" id="{9B355C13-5143-DF26-08C9-808E9675BE4B}"/>
              </a:ext>
            </a:extLst>
          </p:cNvPr>
          <p:cNvGrpSpPr/>
          <p:nvPr/>
        </p:nvGrpSpPr>
        <p:grpSpPr>
          <a:xfrm>
            <a:off x="4994844" y="2123088"/>
            <a:ext cx="1214114" cy="1068545"/>
            <a:chOff x="2421945" y="2739939"/>
            <a:chExt cx="1214114" cy="1068545"/>
          </a:xfrm>
        </p:grpSpPr>
        <p:grpSp>
          <p:nvGrpSpPr>
            <p:cNvPr id="336" name="그룹 335">
              <a:extLst>
                <a:ext uri="{FF2B5EF4-FFF2-40B4-BE49-F238E27FC236}">
                  <a16:creationId xmlns:a16="http://schemas.microsoft.com/office/drawing/2014/main" id="{71596F57-B324-DFEA-546D-0F01B5F56082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342" name="육각형 81">
                <a:extLst>
                  <a:ext uri="{FF2B5EF4-FFF2-40B4-BE49-F238E27FC236}">
                    <a16:creationId xmlns:a16="http://schemas.microsoft.com/office/drawing/2014/main" id="{DC439112-89CC-B393-F24D-C52C91DDA7FC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4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3" name="자유형 342">
                <a:extLst>
                  <a:ext uri="{FF2B5EF4-FFF2-40B4-BE49-F238E27FC236}">
                    <a16:creationId xmlns:a16="http://schemas.microsoft.com/office/drawing/2014/main" id="{77F21018-9302-D37D-7996-B0CA6A853D03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200" dirty="0" err="1">
                    <a:solidFill>
                      <a:schemeClr val="bg1"/>
                    </a:solidFill>
                  </a:rPr>
                  <a:t>spfc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-pod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37" name="그룹 336">
              <a:extLst>
                <a:ext uri="{FF2B5EF4-FFF2-40B4-BE49-F238E27FC236}">
                  <a16:creationId xmlns:a16="http://schemas.microsoft.com/office/drawing/2014/main" id="{E83FD9A9-9C5C-7BC8-A943-D41A261988E3}"/>
                </a:ext>
              </a:extLst>
            </p:cNvPr>
            <p:cNvGrpSpPr/>
            <p:nvPr/>
          </p:nvGrpSpPr>
          <p:grpSpPr>
            <a:xfrm>
              <a:off x="2640219" y="2739939"/>
              <a:ext cx="761619" cy="770909"/>
              <a:chOff x="10406564" y="1238502"/>
              <a:chExt cx="916308" cy="927485"/>
            </a:xfrm>
          </p:grpSpPr>
          <p:sp>
            <p:nvSpPr>
              <p:cNvPr id="338" name="다이아몬드 337">
                <a:extLst>
                  <a:ext uri="{FF2B5EF4-FFF2-40B4-BE49-F238E27FC236}">
                    <a16:creationId xmlns:a16="http://schemas.microsoft.com/office/drawing/2014/main" id="{0C2AA18D-2713-4F09-FACD-AF7248AAF817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9" name="다이아몬드 338">
                <a:extLst>
                  <a:ext uri="{FF2B5EF4-FFF2-40B4-BE49-F238E27FC236}">
                    <a16:creationId xmlns:a16="http://schemas.microsoft.com/office/drawing/2014/main" id="{49E5C32B-4587-F8ED-B82A-50F4C70D3C87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FD10ACE1-EF3C-130A-22C8-DCA2495DB3FA}"/>
                  </a:ext>
                </a:extLst>
              </p:cNvPr>
              <p:cNvSpPr txBox="1"/>
              <p:nvPr/>
            </p:nvSpPr>
            <p:spPr>
              <a:xfrm>
                <a:off x="10406564" y="1460522"/>
                <a:ext cx="916308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res-</a:t>
                </a:r>
                <a:r>
                  <a:rPr lang="en-US" altLang="ko-KR" sz="1200" b="1" dirty="0" err="1"/>
                  <a:t>spfc</a:t>
                </a:r>
                <a:endParaRPr lang="ko-KR" altLang="en-US" sz="1200" b="1" dirty="0"/>
              </a:p>
            </p:txBody>
          </p:sp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78089CD0-37A1-47CA-9E47-CF5CF9E265C0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344" name="그룹 343">
            <a:extLst>
              <a:ext uri="{FF2B5EF4-FFF2-40B4-BE49-F238E27FC236}">
                <a16:creationId xmlns:a16="http://schemas.microsoft.com/office/drawing/2014/main" id="{0F5F67A3-1ED2-6D8B-D5BF-6EDBD9E5E9B3}"/>
              </a:ext>
            </a:extLst>
          </p:cNvPr>
          <p:cNvGrpSpPr/>
          <p:nvPr/>
        </p:nvGrpSpPr>
        <p:grpSpPr>
          <a:xfrm>
            <a:off x="6022772" y="3803212"/>
            <a:ext cx="1214114" cy="1068545"/>
            <a:chOff x="2421945" y="2739939"/>
            <a:chExt cx="1214114" cy="1068545"/>
          </a:xfrm>
        </p:grpSpPr>
        <p:grpSp>
          <p:nvGrpSpPr>
            <p:cNvPr id="345" name="그룹 344">
              <a:extLst>
                <a:ext uri="{FF2B5EF4-FFF2-40B4-BE49-F238E27FC236}">
                  <a16:creationId xmlns:a16="http://schemas.microsoft.com/office/drawing/2014/main" id="{E5FF0F01-4678-9CD1-8C9A-A74231908A11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351" name="육각형 81">
                <a:extLst>
                  <a:ext uri="{FF2B5EF4-FFF2-40B4-BE49-F238E27FC236}">
                    <a16:creationId xmlns:a16="http://schemas.microsoft.com/office/drawing/2014/main" id="{8F4B5F36-CA8F-17C2-2961-E283631385EF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4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2" name="자유형 351">
                <a:extLst>
                  <a:ext uri="{FF2B5EF4-FFF2-40B4-BE49-F238E27FC236}">
                    <a16:creationId xmlns:a16="http://schemas.microsoft.com/office/drawing/2014/main" id="{34121E75-D8EA-74E9-94EF-1F67032FCC5F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/>
                    </a:solidFill>
                  </a:rPr>
                  <a:t>auth-pod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46" name="그룹 345">
              <a:extLst>
                <a:ext uri="{FF2B5EF4-FFF2-40B4-BE49-F238E27FC236}">
                  <a16:creationId xmlns:a16="http://schemas.microsoft.com/office/drawing/2014/main" id="{FBA35E5B-B2E3-8573-653E-A14846001438}"/>
                </a:ext>
              </a:extLst>
            </p:cNvPr>
            <p:cNvGrpSpPr/>
            <p:nvPr/>
          </p:nvGrpSpPr>
          <p:grpSpPr>
            <a:xfrm>
              <a:off x="2640214" y="2739939"/>
              <a:ext cx="793038" cy="770909"/>
              <a:chOff x="10406564" y="1238502"/>
              <a:chExt cx="954109" cy="927485"/>
            </a:xfrm>
          </p:grpSpPr>
          <p:sp>
            <p:nvSpPr>
              <p:cNvPr id="347" name="다이아몬드 346">
                <a:extLst>
                  <a:ext uri="{FF2B5EF4-FFF2-40B4-BE49-F238E27FC236}">
                    <a16:creationId xmlns:a16="http://schemas.microsoft.com/office/drawing/2014/main" id="{E91F275A-54E7-BE26-5B95-FDACEAB574CB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8" name="다이아몬드 347">
                <a:extLst>
                  <a:ext uri="{FF2B5EF4-FFF2-40B4-BE49-F238E27FC236}">
                    <a16:creationId xmlns:a16="http://schemas.microsoft.com/office/drawing/2014/main" id="{6B139B58-B3DD-0D64-3BE4-6C482F94A5FC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6E14E07D-2EF7-C703-66E3-715EF76B2412}"/>
                  </a:ext>
                </a:extLst>
              </p:cNvPr>
              <p:cNvSpPr txBox="1"/>
              <p:nvPr/>
            </p:nvSpPr>
            <p:spPr>
              <a:xfrm>
                <a:off x="10406564" y="1460522"/>
                <a:ext cx="954109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res-auth</a:t>
                </a:r>
                <a:endParaRPr lang="ko-KR" altLang="en-US" sz="1200" b="1" dirty="0"/>
              </a:p>
            </p:txBody>
          </p:sp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31BE999-7547-281F-FC32-1FFD169E6C1B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353" name="그룹 352">
            <a:extLst>
              <a:ext uri="{FF2B5EF4-FFF2-40B4-BE49-F238E27FC236}">
                <a16:creationId xmlns:a16="http://schemas.microsoft.com/office/drawing/2014/main" id="{C19F0BE4-6CAF-9560-1D0C-3E6781DD2EAF}"/>
              </a:ext>
            </a:extLst>
          </p:cNvPr>
          <p:cNvGrpSpPr/>
          <p:nvPr/>
        </p:nvGrpSpPr>
        <p:grpSpPr>
          <a:xfrm>
            <a:off x="6022772" y="1569541"/>
            <a:ext cx="1214114" cy="1068545"/>
            <a:chOff x="2421945" y="2739939"/>
            <a:chExt cx="1214114" cy="1068545"/>
          </a:xfrm>
        </p:grpSpPr>
        <p:grpSp>
          <p:nvGrpSpPr>
            <p:cNvPr id="354" name="그룹 353">
              <a:extLst>
                <a:ext uri="{FF2B5EF4-FFF2-40B4-BE49-F238E27FC236}">
                  <a16:creationId xmlns:a16="http://schemas.microsoft.com/office/drawing/2014/main" id="{E4BE14FE-619D-0963-E95D-0ABB6949CD23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360" name="육각형 81">
                <a:extLst>
                  <a:ext uri="{FF2B5EF4-FFF2-40B4-BE49-F238E27FC236}">
                    <a16:creationId xmlns:a16="http://schemas.microsoft.com/office/drawing/2014/main" id="{4BEAC69C-E1EF-6CE2-5575-54221D7BE1AC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4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1" name="자유형 360">
                <a:extLst>
                  <a:ext uri="{FF2B5EF4-FFF2-40B4-BE49-F238E27FC236}">
                    <a16:creationId xmlns:a16="http://schemas.microsoft.com/office/drawing/2014/main" id="{1777BCB3-8DC6-6982-83F9-33224BAE45EE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/>
                    </a:solidFill>
                  </a:rPr>
                  <a:t>stats-pod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55" name="그룹 354">
              <a:extLst>
                <a:ext uri="{FF2B5EF4-FFF2-40B4-BE49-F238E27FC236}">
                  <a16:creationId xmlns:a16="http://schemas.microsoft.com/office/drawing/2014/main" id="{F994C8E1-8B58-FE53-0DEF-DC85F6CAC2F3}"/>
                </a:ext>
              </a:extLst>
            </p:cNvPr>
            <p:cNvGrpSpPr/>
            <p:nvPr/>
          </p:nvGrpSpPr>
          <p:grpSpPr>
            <a:xfrm>
              <a:off x="2640207" y="2739939"/>
              <a:ext cx="807465" cy="770909"/>
              <a:chOff x="10406564" y="1238502"/>
              <a:chExt cx="971467" cy="927485"/>
            </a:xfrm>
          </p:grpSpPr>
          <p:sp>
            <p:nvSpPr>
              <p:cNvPr id="356" name="다이아몬드 355">
                <a:extLst>
                  <a:ext uri="{FF2B5EF4-FFF2-40B4-BE49-F238E27FC236}">
                    <a16:creationId xmlns:a16="http://schemas.microsoft.com/office/drawing/2014/main" id="{9A8EE2D9-4D9F-E36C-B518-DCAEFD0E0074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7" name="다이아몬드 356">
                <a:extLst>
                  <a:ext uri="{FF2B5EF4-FFF2-40B4-BE49-F238E27FC236}">
                    <a16:creationId xmlns:a16="http://schemas.microsoft.com/office/drawing/2014/main" id="{2944FE22-E72E-6C40-679C-781FD518760F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8" name="TextBox 357">
                <a:extLst>
                  <a:ext uri="{FF2B5EF4-FFF2-40B4-BE49-F238E27FC236}">
                    <a16:creationId xmlns:a16="http://schemas.microsoft.com/office/drawing/2014/main" id="{41CB2000-9706-33D6-0281-0E2359CEFDCE}"/>
                  </a:ext>
                </a:extLst>
              </p:cNvPr>
              <p:cNvSpPr txBox="1"/>
              <p:nvPr/>
            </p:nvSpPr>
            <p:spPr>
              <a:xfrm>
                <a:off x="10406564" y="1460522"/>
                <a:ext cx="971467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res-stats</a:t>
                </a:r>
                <a:endParaRPr lang="ko-KR" altLang="en-US" sz="1200" b="1" dirty="0"/>
              </a:p>
            </p:txBody>
          </p:sp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D58DABB0-CBF8-1A15-4F25-644B23BE8D4E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362" name="그룹 361">
            <a:extLst>
              <a:ext uri="{FF2B5EF4-FFF2-40B4-BE49-F238E27FC236}">
                <a16:creationId xmlns:a16="http://schemas.microsoft.com/office/drawing/2014/main" id="{4A2FC4D6-DAD1-CA84-67A0-E5609736F68E}"/>
              </a:ext>
            </a:extLst>
          </p:cNvPr>
          <p:cNvGrpSpPr/>
          <p:nvPr/>
        </p:nvGrpSpPr>
        <p:grpSpPr>
          <a:xfrm>
            <a:off x="3974351" y="442965"/>
            <a:ext cx="1214114" cy="1068545"/>
            <a:chOff x="2421945" y="2739939"/>
            <a:chExt cx="1214114" cy="1068545"/>
          </a:xfrm>
        </p:grpSpPr>
        <p:grpSp>
          <p:nvGrpSpPr>
            <p:cNvPr id="363" name="그룹 362">
              <a:extLst>
                <a:ext uri="{FF2B5EF4-FFF2-40B4-BE49-F238E27FC236}">
                  <a16:creationId xmlns:a16="http://schemas.microsoft.com/office/drawing/2014/main" id="{43551CA5-D750-DB06-B00F-72CC3EEFB132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369" name="육각형 81">
                <a:extLst>
                  <a:ext uri="{FF2B5EF4-FFF2-40B4-BE49-F238E27FC236}">
                    <a16:creationId xmlns:a16="http://schemas.microsoft.com/office/drawing/2014/main" id="{DDD31F92-EC46-C8CC-9911-3E47F05269CD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0" name="자유형 369">
                <a:extLst>
                  <a:ext uri="{FF2B5EF4-FFF2-40B4-BE49-F238E27FC236}">
                    <a16:creationId xmlns:a16="http://schemas.microsoft.com/office/drawing/2014/main" id="{349AEE79-2590-A954-34A6-A79787F39791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/>
                    </a:solidFill>
                  </a:rPr>
                  <a:t>alarm-pod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64" name="그룹 363">
              <a:extLst>
                <a:ext uri="{FF2B5EF4-FFF2-40B4-BE49-F238E27FC236}">
                  <a16:creationId xmlns:a16="http://schemas.microsoft.com/office/drawing/2014/main" id="{03CC62D9-4E29-AB93-5062-F3F1853C5B5E}"/>
                </a:ext>
              </a:extLst>
            </p:cNvPr>
            <p:cNvGrpSpPr/>
            <p:nvPr/>
          </p:nvGrpSpPr>
          <p:grpSpPr>
            <a:xfrm>
              <a:off x="2587955" y="2739939"/>
              <a:ext cx="871136" cy="770909"/>
              <a:chOff x="10343700" y="1238502"/>
              <a:chExt cx="1048070" cy="927485"/>
            </a:xfrm>
          </p:grpSpPr>
          <p:sp>
            <p:nvSpPr>
              <p:cNvPr id="365" name="다이아몬드 364">
                <a:extLst>
                  <a:ext uri="{FF2B5EF4-FFF2-40B4-BE49-F238E27FC236}">
                    <a16:creationId xmlns:a16="http://schemas.microsoft.com/office/drawing/2014/main" id="{E5254CEF-A2FE-84FA-6DBE-129D80A87B19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6" name="다이아몬드 365">
                <a:extLst>
                  <a:ext uri="{FF2B5EF4-FFF2-40B4-BE49-F238E27FC236}">
                    <a16:creationId xmlns:a16="http://schemas.microsoft.com/office/drawing/2014/main" id="{82AF28B5-94F4-4934-F7C7-095A88F8C991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419D6C65-02F5-C3F5-0D94-AFFBEBAA6B56}"/>
                  </a:ext>
                </a:extLst>
              </p:cNvPr>
              <p:cNvSpPr txBox="1"/>
              <p:nvPr/>
            </p:nvSpPr>
            <p:spPr>
              <a:xfrm>
                <a:off x="10343700" y="1460522"/>
                <a:ext cx="1048070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lea-alarm</a:t>
                </a:r>
                <a:endParaRPr lang="ko-KR" altLang="en-US" sz="1200" b="1" dirty="0"/>
              </a:p>
            </p:txBody>
          </p:sp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299D5C3C-BAAA-0FF0-CFC5-AE99F319A3AF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371" name="그룹 370">
            <a:extLst>
              <a:ext uri="{FF2B5EF4-FFF2-40B4-BE49-F238E27FC236}">
                <a16:creationId xmlns:a16="http://schemas.microsoft.com/office/drawing/2014/main" id="{0B01A80A-093B-B908-1CDD-B47855AB4324}"/>
              </a:ext>
            </a:extLst>
          </p:cNvPr>
          <p:cNvGrpSpPr/>
          <p:nvPr/>
        </p:nvGrpSpPr>
        <p:grpSpPr>
          <a:xfrm>
            <a:off x="1937171" y="1573676"/>
            <a:ext cx="1214114" cy="1068545"/>
            <a:chOff x="2421945" y="2739939"/>
            <a:chExt cx="1214114" cy="1068545"/>
          </a:xfrm>
        </p:grpSpPr>
        <p:grpSp>
          <p:nvGrpSpPr>
            <p:cNvPr id="372" name="그룹 371">
              <a:extLst>
                <a:ext uri="{FF2B5EF4-FFF2-40B4-BE49-F238E27FC236}">
                  <a16:creationId xmlns:a16="http://schemas.microsoft.com/office/drawing/2014/main" id="{A6ED8A16-28E0-CEB4-FF1C-313E59F316AF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378" name="육각형 81">
                <a:extLst>
                  <a:ext uri="{FF2B5EF4-FFF2-40B4-BE49-F238E27FC236}">
                    <a16:creationId xmlns:a16="http://schemas.microsoft.com/office/drawing/2014/main" id="{C01AC76D-95B0-3757-0BE0-C3C8C6FC4D5F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9" name="자유형 378">
                <a:extLst>
                  <a:ext uri="{FF2B5EF4-FFF2-40B4-BE49-F238E27FC236}">
                    <a16:creationId xmlns:a16="http://schemas.microsoft.com/office/drawing/2014/main" id="{86FD7087-FC09-674C-6197-8E9645CB3894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admin-pod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73" name="그룹 372">
              <a:extLst>
                <a:ext uri="{FF2B5EF4-FFF2-40B4-BE49-F238E27FC236}">
                  <a16:creationId xmlns:a16="http://schemas.microsoft.com/office/drawing/2014/main" id="{42857EE2-063A-B9E0-2713-D84DC86A970C}"/>
                </a:ext>
              </a:extLst>
            </p:cNvPr>
            <p:cNvGrpSpPr/>
            <p:nvPr/>
          </p:nvGrpSpPr>
          <p:grpSpPr>
            <a:xfrm>
              <a:off x="2587955" y="2739939"/>
              <a:ext cx="915635" cy="770909"/>
              <a:chOff x="10343700" y="1238502"/>
              <a:chExt cx="1101607" cy="927485"/>
            </a:xfrm>
          </p:grpSpPr>
          <p:sp>
            <p:nvSpPr>
              <p:cNvPr id="374" name="다이아몬드 373">
                <a:extLst>
                  <a:ext uri="{FF2B5EF4-FFF2-40B4-BE49-F238E27FC236}">
                    <a16:creationId xmlns:a16="http://schemas.microsoft.com/office/drawing/2014/main" id="{D48F0C97-2C61-BE25-2C6B-A674387568FA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5" name="다이아몬드 374">
                <a:extLst>
                  <a:ext uri="{FF2B5EF4-FFF2-40B4-BE49-F238E27FC236}">
                    <a16:creationId xmlns:a16="http://schemas.microsoft.com/office/drawing/2014/main" id="{5490E00D-4F60-58AB-BB2B-BDB40D8C801A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6" name="TextBox 375">
                <a:extLst>
                  <a:ext uri="{FF2B5EF4-FFF2-40B4-BE49-F238E27FC236}">
                    <a16:creationId xmlns:a16="http://schemas.microsoft.com/office/drawing/2014/main" id="{9032CFC6-7B60-BE0A-79D8-B8EBB8147355}"/>
                  </a:ext>
                </a:extLst>
              </p:cNvPr>
              <p:cNvSpPr txBox="1"/>
              <p:nvPr/>
            </p:nvSpPr>
            <p:spPr>
              <a:xfrm>
                <a:off x="10343700" y="1460522"/>
                <a:ext cx="1101607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lea-admin</a:t>
                </a:r>
                <a:endParaRPr lang="ko-KR" altLang="en-US" sz="1200" b="1" dirty="0"/>
              </a:p>
            </p:txBody>
          </p:sp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876F4757-6C0C-F10A-9495-47F60C33DFEE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380" name="그룹 379">
            <a:extLst>
              <a:ext uri="{FF2B5EF4-FFF2-40B4-BE49-F238E27FC236}">
                <a16:creationId xmlns:a16="http://schemas.microsoft.com/office/drawing/2014/main" id="{F4EB9AA9-D923-71CC-8D28-5DD837722643}"/>
              </a:ext>
            </a:extLst>
          </p:cNvPr>
          <p:cNvGrpSpPr/>
          <p:nvPr/>
        </p:nvGrpSpPr>
        <p:grpSpPr>
          <a:xfrm>
            <a:off x="2961519" y="2128064"/>
            <a:ext cx="1214114" cy="1068545"/>
            <a:chOff x="2421945" y="2739939"/>
            <a:chExt cx="1214114" cy="1068545"/>
          </a:xfrm>
        </p:grpSpPr>
        <p:grpSp>
          <p:nvGrpSpPr>
            <p:cNvPr id="381" name="그룹 380">
              <a:extLst>
                <a:ext uri="{FF2B5EF4-FFF2-40B4-BE49-F238E27FC236}">
                  <a16:creationId xmlns:a16="http://schemas.microsoft.com/office/drawing/2014/main" id="{0B4E358C-6FCB-5AE5-7827-D32E4694079C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387" name="육각형 81">
                <a:extLst>
                  <a:ext uri="{FF2B5EF4-FFF2-40B4-BE49-F238E27FC236}">
                    <a16:creationId xmlns:a16="http://schemas.microsoft.com/office/drawing/2014/main" id="{0BC3C161-19F7-7970-E0AA-A66D8C7047F6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8" name="자유형 387">
                <a:extLst>
                  <a:ext uri="{FF2B5EF4-FFF2-40B4-BE49-F238E27FC236}">
                    <a16:creationId xmlns:a16="http://schemas.microsoft.com/office/drawing/2014/main" id="{4C709606-B53C-48A6-B913-D48609889BF9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course-pod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82" name="그룹 381">
              <a:extLst>
                <a:ext uri="{FF2B5EF4-FFF2-40B4-BE49-F238E27FC236}">
                  <a16:creationId xmlns:a16="http://schemas.microsoft.com/office/drawing/2014/main" id="{D3D7DF53-9B0D-E3CE-389E-19ED16D980EC}"/>
                </a:ext>
              </a:extLst>
            </p:cNvPr>
            <p:cNvGrpSpPr/>
            <p:nvPr/>
          </p:nvGrpSpPr>
          <p:grpSpPr>
            <a:xfrm>
              <a:off x="2587952" y="2739939"/>
              <a:ext cx="938975" cy="770909"/>
              <a:chOff x="10343700" y="1238502"/>
              <a:chExt cx="1129688" cy="927485"/>
            </a:xfrm>
          </p:grpSpPr>
          <p:sp>
            <p:nvSpPr>
              <p:cNvPr id="383" name="다이아몬드 382">
                <a:extLst>
                  <a:ext uri="{FF2B5EF4-FFF2-40B4-BE49-F238E27FC236}">
                    <a16:creationId xmlns:a16="http://schemas.microsoft.com/office/drawing/2014/main" id="{9C8895DC-7ED7-0F59-57A8-425E08081408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4" name="다이아몬드 383">
                <a:extLst>
                  <a:ext uri="{FF2B5EF4-FFF2-40B4-BE49-F238E27FC236}">
                    <a16:creationId xmlns:a16="http://schemas.microsoft.com/office/drawing/2014/main" id="{DDF26A6D-4304-6F0F-618C-5C823CF343CF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5" name="TextBox 384">
                <a:extLst>
                  <a:ext uri="{FF2B5EF4-FFF2-40B4-BE49-F238E27FC236}">
                    <a16:creationId xmlns:a16="http://schemas.microsoft.com/office/drawing/2014/main" id="{5F8217E9-5678-7ACF-321B-C29ACF4CA5BC}"/>
                  </a:ext>
                </a:extLst>
              </p:cNvPr>
              <p:cNvSpPr txBox="1"/>
              <p:nvPr/>
            </p:nvSpPr>
            <p:spPr>
              <a:xfrm>
                <a:off x="10343700" y="1460522"/>
                <a:ext cx="1129688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lea-course</a:t>
                </a:r>
                <a:endParaRPr lang="ko-KR" altLang="en-US" sz="1200" b="1" dirty="0"/>
              </a:p>
            </p:txBody>
          </p:sp>
          <p:sp>
            <p:nvSpPr>
              <p:cNvPr id="386" name="TextBox 385">
                <a:extLst>
                  <a:ext uri="{FF2B5EF4-FFF2-40B4-BE49-F238E27FC236}">
                    <a16:creationId xmlns:a16="http://schemas.microsoft.com/office/drawing/2014/main" id="{C3A09C8A-8906-C002-EAB6-A99E47486882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DF465EC1-2FA8-5814-4294-EB08B838B70D}"/>
              </a:ext>
            </a:extLst>
          </p:cNvPr>
          <p:cNvGrpSpPr/>
          <p:nvPr/>
        </p:nvGrpSpPr>
        <p:grpSpPr>
          <a:xfrm>
            <a:off x="3974351" y="1563047"/>
            <a:ext cx="1214114" cy="1068545"/>
            <a:chOff x="2421945" y="2739939"/>
            <a:chExt cx="1214114" cy="1068545"/>
          </a:xfrm>
        </p:grpSpPr>
        <p:grpSp>
          <p:nvGrpSpPr>
            <p:cNvPr id="390" name="그룹 389">
              <a:extLst>
                <a:ext uri="{FF2B5EF4-FFF2-40B4-BE49-F238E27FC236}">
                  <a16:creationId xmlns:a16="http://schemas.microsoft.com/office/drawing/2014/main" id="{52DF67DD-21CE-6749-0365-53BE4991B463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396" name="육각형 81">
                <a:extLst>
                  <a:ext uri="{FF2B5EF4-FFF2-40B4-BE49-F238E27FC236}">
                    <a16:creationId xmlns:a16="http://schemas.microsoft.com/office/drawing/2014/main" id="{5CE0A6AB-4925-A33B-716A-1ED3B24EB436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7" name="자유형 396">
                <a:extLst>
                  <a:ext uri="{FF2B5EF4-FFF2-40B4-BE49-F238E27FC236}">
                    <a16:creationId xmlns:a16="http://schemas.microsoft.com/office/drawing/2014/main" id="{9922137D-7395-9EAA-43B7-B1D78F311BDA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 err="1">
                    <a:solidFill>
                      <a:schemeClr val="bg1"/>
                    </a:solidFill>
                  </a:rPr>
                  <a:t>inst</a:t>
                </a:r>
                <a:r>
                  <a:rPr lang="en-US" altLang="ko-KR" sz="1100" dirty="0">
                    <a:solidFill>
                      <a:schemeClr val="bg1"/>
                    </a:solidFill>
                  </a:rPr>
                  <a:t>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1" name="그룹 390">
              <a:extLst>
                <a:ext uri="{FF2B5EF4-FFF2-40B4-BE49-F238E27FC236}">
                  <a16:creationId xmlns:a16="http://schemas.microsoft.com/office/drawing/2014/main" id="{CDC28519-E994-3B8A-FE3D-A46C4A86E15C}"/>
                </a:ext>
              </a:extLst>
            </p:cNvPr>
            <p:cNvGrpSpPr/>
            <p:nvPr/>
          </p:nvGrpSpPr>
          <p:grpSpPr>
            <a:xfrm>
              <a:off x="2653273" y="2739939"/>
              <a:ext cx="723275" cy="770909"/>
              <a:chOff x="10422280" y="1238502"/>
              <a:chExt cx="870177" cy="927485"/>
            </a:xfrm>
          </p:grpSpPr>
          <p:sp>
            <p:nvSpPr>
              <p:cNvPr id="392" name="다이아몬드 391">
                <a:extLst>
                  <a:ext uri="{FF2B5EF4-FFF2-40B4-BE49-F238E27FC236}">
                    <a16:creationId xmlns:a16="http://schemas.microsoft.com/office/drawing/2014/main" id="{08A22EC6-D7A5-DB4F-2E54-159D4C6F69FD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3" name="다이아몬드 392">
                <a:extLst>
                  <a:ext uri="{FF2B5EF4-FFF2-40B4-BE49-F238E27FC236}">
                    <a16:creationId xmlns:a16="http://schemas.microsoft.com/office/drawing/2014/main" id="{E9C9E370-B872-3EA9-1538-464C7B1D73B7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FFDCF000-A725-6F90-A1C2-074BA80FA319}"/>
                  </a:ext>
                </a:extLst>
              </p:cNvPr>
              <p:cNvSpPr txBox="1"/>
              <p:nvPr/>
            </p:nvSpPr>
            <p:spPr>
              <a:xfrm>
                <a:off x="10422280" y="1460522"/>
                <a:ext cx="870177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</a:t>
                </a:r>
                <a:r>
                  <a:rPr lang="en-US" altLang="ko-KR" sz="1200" b="1" dirty="0" err="1"/>
                  <a:t>inst</a:t>
                </a:r>
                <a:endParaRPr lang="ko-KR" altLang="en-US" sz="1200" b="1" dirty="0"/>
              </a:p>
            </p:txBody>
          </p:sp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B856F37B-842B-6052-2162-3E44782B4ADE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398" name="그룹 397">
            <a:extLst>
              <a:ext uri="{FF2B5EF4-FFF2-40B4-BE49-F238E27FC236}">
                <a16:creationId xmlns:a16="http://schemas.microsoft.com/office/drawing/2014/main" id="{0419BC14-6781-7C20-1EDE-CA00B4CEC50E}"/>
              </a:ext>
            </a:extLst>
          </p:cNvPr>
          <p:cNvGrpSpPr/>
          <p:nvPr/>
        </p:nvGrpSpPr>
        <p:grpSpPr>
          <a:xfrm>
            <a:off x="6029862" y="442967"/>
            <a:ext cx="1214114" cy="1068545"/>
            <a:chOff x="2421945" y="2739939"/>
            <a:chExt cx="1214114" cy="1068545"/>
          </a:xfrm>
        </p:grpSpPr>
        <p:grpSp>
          <p:nvGrpSpPr>
            <p:cNvPr id="399" name="그룹 398">
              <a:extLst>
                <a:ext uri="{FF2B5EF4-FFF2-40B4-BE49-F238E27FC236}">
                  <a16:creationId xmlns:a16="http://schemas.microsoft.com/office/drawing/2014/main" id="{246ABA9C-3F24-819D-D0A5-04DEC7807B18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405" name="육각형 81">
                <a:extLst>
                  <a:ext uri="{FF2B5EF4-FFF2-40B4-BE49-F238E27FC236}">
                    <a16:creationId xmlns:a16="http://schemas.microsoft.com/office/drawing/2014/main" id="{ACF7D69F-4D31-2773-C2C4-7A046E00A4DC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6" name="자유형 405">
                <a:extLst>
                  <a:ext uri="{FF2B5EF4-FFF2-40B4-BE49-F238E27FC236}">
                    <a16:creationId xmlns:a16="http://schemas.microsoft.com/office/drawing/2014/main" id="{68FA7F5D-8B32-01C9-6350-57ECA2B5BE60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portal-pod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00" name="그룹 399">
              <a:extLst>
                <a:ext uri="{FF2B5EF4-FFF2-40B4-BE49-F238E27FC236}">
                  <a16:creationId xmlns:a16="http://schemas.microsoft.com/office/drawing/2014/main" id="{B663B218-9E9A-929B-43F4-D01352C1CB85}"/>
                </a:ext>
              </a:extLst>
            </p:cNvPr>
            <p:cNvGrpSpPr/>
            <p:nvPr/>
          </p:nvGrpSpPr>
          <p:grpSpPr>
            <a:xfrm>
              <a:off x="2574904" y="2739939"/>
              <a:ext cx="899542" cy="770909"/>
              <a:chOff x="10327984" y="1238502"/>
              <a:chExt cx="1082244" cy="927485"/>
            </a:xfrm>
          </p:grpSpPr>
          <p:sp>
            <p:nvSpPr>
              <p:cNvPr id="401" name="다이아몬드 400">
                <a:extLst>
                  <a:ext uri="{FF2B5EF4-FFF2-40B4-BE49-F238E27FC236}">
                    <a16:creationId xmlns:a16="http://schemas.microsoft.com/office/drawing/2014/main" id="{0414B015-B3AC-5887-9B21-C97AC497EA91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2" name="다이아몬드 401">
                <a:extLst>
                  <a:ext uri="{FF2B5EF4-FFF2-40B4-BE49-F238E27FC236}">
                    <a16:creationId xmlns:a16="http://schemas.microsoft.com/office/drawing/2014/main" id="{148173F0-3BCC-4B64-4797-2B8A6BEBD68D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3" name="TextBox 402">
                <a:extLst>
                  <a:ext uri="{FF2B5EF4-FFF2-40B4-BE49-F238E27FC236}">
                    <a16:creationId xmlns:a16="http://schemas.microsoft.com/office/drawing/2014/main" id="{A245CB0F-47CA-182F-AEC3-14DF02134C99}"/>
                  </a:ext>
                </a:extLst>
              </p:cNvPr>
              <p:cNvSpPr txBox="1"/>
              <p:nvPr/>
            </p:nvSpPr>
            <p:spPr>
              <a:xfrm>
                <a:off x="10327984" y="1460522"/>
                <a:ext cx="1082244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lea-portal</a:t>
                </a:r>
                <a:endParaRPr lang="ko-KR" altLang="en-US" sz="1200" b="1" dirty="0"/>
              </a:p>
            </p:txBody>
          </p:sp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81CFD35B-67F8-C5FC-4EE8-B0475FB8ACC3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174C4F56-2CBE-AE2C-B8A2-DB476685F884}"/>
              </a:ext>
            </a:extLst>
          </p:cNvPr>
          <p:cNvGrpSpPr/>
          <p:nvPr/>
        </p:nvGrpSpPr>
        <p:grpSpPr>
          <a:xfrm>
            <a:off x="1937171" y="456029"/>
            <a:ext cx="1214114" cy="1068545"/>
            <a:chOff x="2421945" y="2739939"/>
            <a:chExt cx="1214114" cy="1068545"/>
          </a:xfrm>
        </p:grpSpPr>
        <p:grpSp>
          <p:nvGrpSpPr>
            <p:cNvPr id="408" name="그룹 407">
              <a:extLst>
                <a:ext uri="{FF2B5EF4-FFF2-40B4-BE49-F238E27FC236}">
                  <a16:creationId xmlns:a16="http://schemas.microsoft.com/office/drawing/2014/main" id="{153AF9A3-DA2D-E867-AD4F-ACD7485FA5CC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414" name="육각형 81">
                <a:extLst>
                  <a:ext uri="{FF2B5EF4-FFF2-40B4-BE49-F238E27FC236}">
                    <a16:creationId xmlns:a16="http://schemas.microsoft.com/office/drawing/2014/main" id="{BDDB2345-670F-264D-0FFE-BA27F07E6ED6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5" name="자유형 414">
                <a:extLst>
                  <a:ext uri="{FF2B5EF4-FFF2-40B4-BE49-F238E27FC236}">
                    <a16:creationId xmlns:a16="http://schemas.microsoft.com/office/drawing/2014/main" id="{87BBA715-88FE-DCEE-7F8C-9F9B34784520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lecture-pod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6C6B31FB-D659-FFD0-CFF3-3EF51D541EAD}"/>
                </a:ext>
              </a:extLst>
            </p:cNvPr>
            <p:cNvGrpSpPr/>
            <p:nvPr/>
          </p:nvGrpSpPr>
          <p:grpSpPr>
            <a:xfrm>
              <a:off x="2535700" y="2739939"/>
              <a:ext cx="958147" cy="770909"/>
              <a:chOff x="10280836" y="1238502"/>
              <a:chExt cx="1152754" cy="927485"/>
            </a:xfrm>
          </p:grpSpPr>
          <p:sp>
            <p:nvSpPr>
              <p:cNvPr id="410" name="다이아몬드 409">
                <a:extLst>
                  <a:ext uri="{FF2B5EF4-FFF2-40B4-BE49-F238E27FC236}">
                    <a16:creationId xmlns:a16="http://schemas.microsoft.com/office/drawing/2014/main" id="{C6DCCF1E-8821-FDAB-79A6-A340EF398DB5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1" name="다이아몬드 410">
                <a:extLst>
                  <a:ext uri="{FF2B5EF4-FFF2-40B4-BE49-F238E27FC236}">
                    <a16:creationId xmlns:a16="http://schemas.microsoft.com/office/drawing/2014/main" id="{0D57B019-2BDA-FCD5-5C3D-4D385850A009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2" name="TextBox 411">
                <a:extLst>
                  <a:ext uri="{FF2B5EF4-FFF2-40B4-BE49-F238E27FC236}">
                    <a16:creationId xmlns:a16="http://schemas.microsoft.com/office/drawing/2014/main" id="{0E88569D-E656-75D5-728D-494A3C10862F}"/>
                  </a:ext>
                </a:extLst>
              </p:cNvPr>
              <p:cNvSpPr txBox="1"/>
              <p:nvPr/>
            </p:nvSpPr>
            <p:spPr>
              <a:xfrm>
                <a:off x="10280836" y="1460522"/>
                <a:ext cx="1152754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lea-lecture</a:t>
                </a:r>
                <a:endParaRPr lang="ko-KR" altLang="en-US" sz="1200" b="1" dirty="0"/>
              </a:p>
            </p:txBody>
          </p:sp>
          <p:sp>
            <p:nvSpPr>
              <p:cNvPr id="413" name="TextBox 412">
                <a:extLst>
                  <a:ext uri="{FF2B5EF4-FFF2-40B4-BE49-F238E27FC236}">
                    <a16:creationId xmlns:a16="http://schemas.microsoft.com/office/drawing/2014/main" id="{EFF25E7B-162E-BFE4-5D5D-9053D26836B4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416" name="그룹 415">
            <a:extLst>
              <a:ext uri="{FF2B5EF4-FFF2-40B4-BE49-F238E27FC236}">
                <a16:creationId xmlns:a16="http://schemas.microsoft.com/office/drawing/2014/main" id="{C829650A-0A04-A9D9-9BBB-BA7C60813667}"/>
              </a:ext>
            </a:extLst>
          </p:cNvPr>
          <p:cNvGrpSpPr/>
          <p:nvPr/>
        </p:nvGrpSpPr>
        <p:grpSpPr>
          <a:xfrm>
            <a:off x="4994844" y="1004668"/>
            <a:ext cx="1214114" cy="1068545"/>
            <a:chOff x="2421945" y="2739939"/>
            <a:chExt cx="1214114" cy="1068545"/>
          </a:xfrm>
        </p:grpSpPr>
        <p:grpSp>
          <p:nvGrpSpPr>
            <p:cNvPr id="417" name="그룹 416">
              <a:extLst>
                <a:ext uri="{FF2B5EF4-FFF2-40B4-BE49-F238E27FC236}">
                  <a16:creationId xmlns:a16="http://schemas.microsoft.com/office/drawing/2014/main" id="{6154F475-EBC9-4C8A-332E-88C0C241AAB0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423" name="육각형 81">
                <a:extLst>
                  <a:ext uri="{FF2B5EF4-FFF2-40B4-BE49-F238E27FC236}">
                    <a16:creationId xmlns:a16="http://schemas.microsoft.com/office/drawing/2014/main" id="{FEEE1C8B-F22E-1178-7811-E5BCC0F770D0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4" name="자유형 423">
                <a:extLst>
                  <a:ext uri="{FF2B5EF4-FFF2-40B4-BE49-F238E27FC236}">
                    <a16:creationId xmlns:a16="http://schemas.microsoft.com/office/drawing/2014/main" id="{03BA1761-7EF1-1A8E-1E53-01EE069437E0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auth-pod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18" name="그룹 417">
              <a:extLst>
                <a:ext uri="{FF2B5EF4-FFF2-40B4-BE49-F238E27FC236}">
                  <a16:creationId xmlns:a16="http://schemas.microsoft.com/office/drawing/2014/main" id="{C0B3FA3B-B3EE-BE8D-FB06-44E86B505D30}"/>
                </a:ext>
              </a:extLst>
            </p:cNvPr>
            <p:cNvGrpSpPr/>
            <p:nvPr/>
          </p:nvGrpSpPr>
          <p:grpSpPr>
            <a:xfrm>
              <a:off x="2640203" y="2739939"/>
              <a:ext cx="787395" cy="770909"/>
              <a:chOff x="10406564" y="1238502"/>
              <a:chExt cx="947321" cy="927485"/>
            </a:xfrm>
          </p:grpSpPr>
          <p:sp>
            <p:nvSpPr>
              <p:cNvPr id="419" name="다이아몬드 418">
                <a:extLst>
                  <a:ext uri="{FF2B5EF4-FFF2-40B4-BE49-F238E27FC236}">
                    <a16:creationId xmlns:a16="http://schemas.microsoft.com/office/drawing/2014/main" id="{30FB1A7A-741B-FE3D-7840-B7A54CCFF8E0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0" name="다이아몬드 419">
                <a:extLst>
                  <a:ext uri="{FF2B5EF4-FFF2-40B4-BE49-F238E27FC236}">
                    <a16:creationId xmlns:a16="http://schemas.microsoft.com/office/drawing/2014/main" id="{A06E4410-DAC8-F5AD-8556-E54460E4F160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1" name="TextBox 420">
                <a:extLst>
                  <a:ext uri="{FF2B5EF4-FFF2-40B4-BE49-F238E27FC236}">
                    <a16:creationId xmlns:a16="http://schemas.microsoft.com/office/drawing/2014/main" id="{1E98DEF8-C481-3676-F279-A663148814FC}"/>
                  </a:ext>
                </a:extLst>
              </p:cNvPr>
              <p:cNvSpPr txBox="1"/>
              <p:nvPr/>
            </p:nvSpPr>
            <p:spPr>
              <a:xfrm>
                <a:off x="10406564" y="1460522"/>
                <a:ext cx="947321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lea-auth</a:t>
                </a:r>
                <a:endParaRPr lang="ko-KR" altLang="en-US" sz="1200" b="1" dirty="0"/>
              </a:p>
            </p:txBody>
          </p:sp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E9F0163C-A281-BF2E-1231-CAD838C28E2E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425" name="그룹 424">
            <a:extLst>
              <a:ext uri="{FF2B5EF4-FFF2-40B4-BE49-F238E27FC236}">
                <a16:creationId xmlns:a16="http://schemas.microsoft.com/office/drawing/2014/main" id="{338F92E6-1C8B-FEEC-B806-8ACFC2EED067}"/>
              </a:ext>
            </a:extLst>
          </p:cNvPr>
          <p:cNvGrpSpPr/>
          <p:nvPr/>
        </p:nvGrpSpPr>
        <p:grpSpPr>
          <a:xfrm>
            <a:off x="2956830" y="1014408"/>
            <a:ext cx="1214114" cy="1068545"/>
            <a:chOff x="2421945" y="2739939"/>
            <a:chExt cx="1214114" cy="1068545"/>
          </a:xfrm>
        </p:grpSpPr>
        <p:grpSp>
          <p:nvGrpSpPr>
            <p:cNvPr id="426" name="그룹 425">
              <a:extLst>
                <a:ext uri="{FF2B5EF4-FFF2-40B4-BE49-F238E27FC236}">
                  <a16:creationId xmlns:a16="http://schemas.microsoft.com/office/drawing/2014/main" id="{79908A36-6A1B-F9BC-3354-85B28EA348A8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432" name="육각형 81">
                <a:extLst>
                  <a:ext uri="{FF2B5EF4-FFF2-40B4-BE49-F238E27FC236}">
                    <a16:creationId xmlns:a16="http://schemas.microsoft.com/office/drawing/2014/main" id="{202A0268-77A4-1AB1-B537-B5CA647354A6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3" name="자유형 432">
                <a:extLst>
                  <a:ext uri="{FF2B5EF4-FFF2-40B4-BE49-F238E27FC236}">
                    <a16:creationId xmlns:a16="http://schemas.microsoft.com/office/drawing/2014/main" id="{3A3B8D54-1917-F7DB-03B6-1FFA0FC2A271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/>
                    </a:solidFill>
                  </a:rPr>
                  <a:t>stats-pod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27" name="그룹 426">
              <a:extLst>
                <a:ext uri="{FF2B5EF4-FFF2-40B4-BE49-F238E27FC236}">
                  <a16:creationId xmlns:a16="http://schemas.microsoft.com/office/drawing/2014/main" id="{87384330-F3DC-5FB2-E496-78CDE5CE4919}"/>
                </a:ext>
              </a:extLst>
            </p:cNvPr>
            <p:cNvGrpSpPr/>
            <p:nvPr/>
          </p:nvGrpSpPr>
          <p:grpSpPr>
            <a:xfrm>
              <a:off x="2640207" y="2739939"/>
              <a:ext cx="801823" cy="770909"/>
              <a:chOff x="10406564" y="1238502"/>
              <a:chExt cx="964679" cy="927485"/>
            </a:xfrm>
          </p:grpSpPr>
          <p:sp>
            <p:nvSpPr>
              <p:cNvPr id="428" name="다이아몬드 427">
                <a:extLst>
                  <a:ext uri="{FF2B5EF4-FFF2-40B4-BE49-F238E27FC236}">
                    <a16:creationId xmlns:a16="http://schemas.microsoft.com/office/drawing/2014/main" id="{947D7311-822D-DB7C-E4D7-639279753356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9" name="다이아몬드 428">
                <a:extLst>
                  <a:ext uri="{FF2B5EF4-FFF2-40B4-BE49-F238E27FC236}">
                    <a16:creationId xmlns:a16="http://schemas.microsoft.com/office/drawing/2014/main" id="{B7C2800E-5CF6-CB0C-432A-3A8CE7ED9F45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489ABA53-CEE5-90CA-01E4-8BFC79E48CD1}"/>
                  </a:ext>
                </a:extLst>
              </p:cNvPr>
              <p:cNvSpPr txBox="1"/>
              <p:nvPr/>
            </p:nvSpPr>
            <p:spPr>
              <a:xfrm>
                <a:off x="10406564" y="1460522"/>
                <a:ext cx="964679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lea-stats</a:t>
                </a:r>
                <a:endParaRPr lang="ko-KR" altLang="en-US" sz="1200" b="1" dirty="0"/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23F69A2F-9831-A0E4-30C1-BF3E6613395E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435" name="그룹 434">
            <a:extLst>
              <a:ext uri="{FF2B5EF4-FFF2-40B4-BE49-F238E27FC236}">
                <a16:creationId xmlns:a16="http://schemas.microsoft.com/office/drawing/2014/main" id="{CFB93AB6-D919-B7F4-5C69-840DC1A3CD57}"/>
              </a:ext>
            </a:extLst>
          </p:cNvPr>
          <p:cNvGrpSpPr/>
          <p:nvPr/>
        </p:nvGrpSpPr>
        <p:grpSpPr>
          <a:xfrm>
            <a:off x="6022772" y="2686377"/>
            <a:ext cx="1214114" cy="1068545"/>
            <a:chOff x="2421945" y="2739939"/>
            <a:chExt cx="1214114" cy="1068545"/>
          </a:xfrm>
        </p:grpSpPr>
        <p:grpSp>
          <p:nvGrpSpPr>
            <p:cNvPr id="436" name="그룹 435">
              <a:extLst>
                <a:ext uri="{FF2B5EF4-FFF2-40B4-BE49-F238E27FC236}">
                  <a16:creationId xmlns:a16="http://schemas.microsoft.com/office/drawing/2014/main" id="{16AC3037-B838-AF7A-39CA-DDB66739E34E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442" name="육각형 81">
                <a:extLst>
                  <a:ext uri="{FF2B5EF4-FFF2-40B4-BE49-F238E27FC236}">
                    <a16:creationId xmlns:a16="http://schemas.microsoft.com/office/drawing/2014/main" id="{A1B456CE-9419-72BF-20D7-A13143690B60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4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3" name="자유형 442">
                <a:extLst>
                  <a:ext uri="{FF2B5EF4-FFF2-40B4-BE49-F238E27FC236}">
                    <a16:creationId xmlns:a16="http://schemas.microsoft.com/office/drawing/2014/main" id="{EE08A751-402C-E19C-7CF7-2E3C8E90C840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/>
                    </a:solidFill>
                  </a:rPr>
                  <a:t>alarm-pod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7" name="그룹 436">
              <a:extLst>
                <a:ext uri="{FF2B5EF4-FFF2-40B4-BE49-F238E27FC236}">
                  <a16:creationId xmlns:a16="http://schemas.microsoft.com/office/drawing/2014/main" id="{EE75C55D-4625-0EC1-F617-A17753D3F6B0}"/>
                </a:ext>
              </a:extLst>
            </p:cNvPr>
            <p:cNvGrpSpPr/>
            <p:nvPr/>
          </p:nvGrpSpPr>
          <p:grpSpPr>
            <a:xfrm>
              <a:off x="2587954" y="2739939"/>
              <a:ext cx="876778" cy="770909"/>
              <a:chOff x="10343700" y="1238502"/>
              <a:chExt cx="1054858" cy="927485"/>
            </a:xfrm>
          </p:grpSpPr>
          <p:sp>
            <p:nvSpPr>
              <p:cNvPr id="438" name="다이아몬드 437">
                <a:extLst>
                  <a:ext uri="{FF2B5EF4-FFF2-40B4-BE49-F238E27FC236}">
                    <a16:creationId xmlns:a16="http://schemas.microsoft.com/office/drawing/2014/main" id="{A4DAF800-9ECA-B6BB-0A0B-FD9C641F6CE8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9" name="다이아몬드 438">
                <a:extLst>
                  <a:ext uri="{FF2B5EF4-FFF2-40B4-BE49-F238E27FC236}">
                    <a16:creationId xmlns:a16="http://schemas.microsoft.com/office/drawing/2014/main" id="{B6407F67-10AB-9F5E-1ED6-FF1467E6561B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3CBEF074-4977-9E3C-1575-59945BA9DB51}"/>
                  </a:ext>
                </a:extLst>
              </p:cNvPr>
              <p:cNvSpPr txBox="1"/>
              <p:nvPr/>
            </p:nvSpPr>
            <p:spPr>
              <a:xfrm>
                <a:off x="10343700" y="1460522"/>
                <a:ext cx="1054858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res-alarm</a:t>
                </a:r>
                <a:endParaRPr lang="ko-KR" altLang="en-US" sz="1200" b="1" dirty="0"/>
              </a:p>
            </p:txBody>
          </p:sp>
          <p:sp>
            <p:nvSpPr>
              <p:cNvPr id="441" name="TextBox 440">
                <a:extLst>
                  <a:ext uri="{FF2B5EF4-FFF2-40B4-BE49-F238E27FC236}">
                    <a16:creationId xmlns:a16="http://schemas.microsoft.com/office/drawing/2014/main" id="{19EE0C9E-2E6F-60F0-7BE0-919253209475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444" name="그룹 443">
            <a:extLst>
              <a:ext uri="{FF2B5EF4-FFF2-40B4-BE49-F238E27FC236}">
                <a16:creationId xmlns:a16="http://schemas.microsoft.com/office/drawing/2014/main" id="{4CC68ED4-E36E-238A-A5EF-1487F20B96DA}"/>
              </a:ext>
            </a:extLst>
          </p:cNvPr>
          <p:cNvGrpSpPr/>
          <p:nvPr/>
        </p:nvGrpSpPr>
        <p:grpSpPr>
          <a:xfrm>
            <a:off x="1937171" y="4926617"/>
            <a:ext cx="1214114" cy="1068545"/>
            <a:chOff x="2421945" y="2739939"/>
            <a:chExt cx="1214114" cy="1068545"/>
          </a:xfrm>
        </p:grpSpPr>
        <p:grpSp>
          <p:nvGrpSpPr>
            <p:cNvPr id="445" name="그룹 444">
              <a:extLst>
                <a:ext uri="{FF2B5EF4-FFF2-40B4-BE49-F238E27FC236}">
                  <a16:creationId xmlns:a16="http://schemas.microsoft.com/office/drawing/2014/main" id="{22EDE2F3-1801-B3AC-82D0-AB03BE2E1C86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451" name="육각형 81">
                <a:extLst>
                  <a:ext uri="{FF2B5EF4-FFF2-40B4-BE49-F238E27FC236}">
                    <a16:creationId xmlns:a16="http://schemas.microsoft.com/office/drawing/2014/main" id="{3F1875F4-8AF5-B192-22D9-5D0F2B8D7F6A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rgbClr val="FF0000">
                  <a:alpha val="50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2" name="자유형 451">
                <a:extLst>
                  <a:ext uri="{FF2B5EF4-FFF2-40B4-BE49-F238E27FC236}">
                    <a16:creationId xmlns:a16="http://schemas.microsoft.com/office/drawing/2014/main" id="{B2D10572-E767-92F7-502A-8C38703FA51A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lecture-pod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46" name="그룹 445">
              <a:extLst>
                <a:ext uri="{FF2B5EF4-FFF2-40B4-BE49-F238E27FC236}">
                  <a16:creationId xmlns:a16="http://schemas.microsoft.com/office/drawing/2014/main" id="{DB20004D-497E-E4F5-C96C-96683D2DBEFC}"/>
                </a:ext>
              </a:extLst>
            </p:cNvPr>
            <p:cNvGrpSpPr/>
            <p:nvPr/>
          </p:nvGrpSpPr>
          <p:grpSpPr>
            <a:xfrm>
              <a:off x="2553859" y="2739939"/>
              <a:ext cx="958147" cy="770909"/>
              <a:chOff x="10302681" y="1238502"/>
              <a:chExt cx="1152754" cy="927485"/>
            </a:xfrm>
          </p:grpSpPr>
          <p:sp>
            <p:nvSpPr>
              <p:cNvPr id="447" name="다이아몬드 446">
                <a:extLst>
                  <a:ext uri="{FF2B5EF4-FFF2-40B4-BE49-F238E27FC236}">
                    <a16:creationId xmlns:a16="http://schemas.microsoft.com/office/drawing/2014/main" id="{998B578F-294F-F09F-447E-3C713798D99D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8" name="다이아몬드 447">
                <a:extLst>
                  <a:ext uri="{FF2B5EF4-FFF2-40B4-BE49-F238E27FC236}">
                    <a16:creationId xmlns:a16="http://schemas.microsoft.com/office/drawing/2014/main" id="{61539A08-11F5-8B29-6F4B-34B421BB6A83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9" name="TextBox 448">
                <a:extLst>
                  <a:ext uri="{FF2B5EF4-FFF2-40B4-BE49-F238E27FC236}">
                    <a16:creationId xmlns:a16="http://schemas.microsoft.com/office/drawing/2014/main" id="{B1DE403F-5FE3-DE59-5545-DA79E9B8472E}"/>
                  </a:ext>
                </a:extLst>
              </p:cNvPr>
              <p:cNvSpPr txBox="1"/>
              <p:nvPr/>
            </p:nvSpPr>
            <p:spPr>
              <a:xfrm>
                <a:off x="10302681" y="1491954"/>
                <a:ext cx="1152754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 err="1"/>
                  <a:t>cul</a:t>
                </a:r>
                <a:r>
                  <a:rPr lang="en-US" altLang="ko-KR" sz="1200" b="1" dirty="0"/>
                  <a:t>-lecture</a:t>
                </a:r>
                <a:endParaRPr lang="ko-KR" altLang="en-US" sz="1200" b="1" dirty="0"/>
              </a:p>
            </p:txBody>
          </p:sp>
          <p:sp>
            <p:nvSpPr>
              <p:cNvPr id="450" name="TextBox 449">
                <a:extLst>
                  <a:ext uri="{FF2B5EF4-FFF2-40B4-BE49-F238E27FC236}">
                    <a16:creationId xmlns:a16="http://schemas.microsoft.com/office/drawing/2014/main" id="{A365A58C-D3EF-3D21-5B8F-0FD8A117455E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453" name="그룹 452">
            <a:extLst>
              <a:ext uri="{FF2B5EF4-FFF2-40B4-BE49-F238E27FC236}">
                <a16:creationId xmlns:a16="http://schemas.microsoft.com/office/drawing/2014/main" id="{C98263C4-A308-BA24-B312-F88830C70C9F}"/>
              </a:ext>
            </a:extLst>
          </p:cNvPr>
          <p:cNvGrpSpPr/>
          <p:nvPr/>
        </p:nvGrpSpPr>
        <p:grpSpPr>
          <a:xfrm>
            <a:off x="4994844" y="4364915"/>
            <a:ext cx="1214114" cy="1068545"/>
            <a:chOff x="2421945" y="2739939"/>
            <a:chExt cx="1214114" cy="1068545"/>
          </a:xfrm>
        </p:grpSpPr>
        <p:grpSp>
          <p:nvGrpSpPr>
            <p:cNvPr id="454" name="그룹 453">
              <a:extLst>
                <a:ext uri="{FF2B5EF4-FFF2-40B4-BE49-F238E27FC236}">
                  <a16:creationId xmlns:a16="http://schemas.microsoft.com/office/drawing/2014/main" id="{C73E8576-642A-E515-E7F4-E9C2D9842E57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460" name="육각형 81">
                <a:extLst>
                  <a:ext uri="{FF2B5EF4-FFF2-40B4-BE49-F238E27FC236}">
                    <a16:creationId xmlns:a16="http://schemas.microsoft.com/office/drawing/2014/main" id="{F725668D-03A2-4FC9-39AD-D92B67B7FE5B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rgbClr val="FF0000">
                  <a:alpha val="50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1" name="자유형 460">
                <a:extLst>
                  <a:ext uri="{FF2B5EF4-FFF2-40B4-BE49-F238E27FC236}">
                    <a16:creationId xmlns:a16="http://schemas.microsoft.com/office/drawing/2014/main" id="{EA952266-CFBA-99E1-D762-BDA0D3094F6A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apply-pod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55" name="그룹 454">
              <a:extLst>
                <a:ext uri="{FF2B5EF4-FFF2-40B4-BE49-F238E27FC236}">
                  <a16:creationId xmlns:a16="http://schemas.microsoft.com/office/drawing/2014/main" id="{C4E3DC7A-862F-344E-2249-E07FC4787E5F}"/>
                </a:ext>
              </a:extLst>
            </p:cNvPr>
            <p:cNvGrpSpPr/>
            <p:nvPr/>
          </p:nvGrpSpPr>
          <p:grpSpPr>
            <a:xfrm>
              <a:off x="2593053" y="2739939"/>
              <a:ext cx="857927" cy="770909"/>
              <a:chOff x="10349829" y="1238502"/>
              <a:chExt cx="1032178" cy="927485"/>
            </a:xfrm>
          </p:grpSpPr>
          <p:sp>
            <p:nvSpPr>
              <p:cNvPr id="456" name="다이아몬드 455">
                <a:extLst>
                  <a:ext uri="{FF2B5EF4-FFF2-40B4-BE49-F238E27FC236}">
                    <a16:creationId xmlns:a16="http://schemas.microsoft.com/office/drawing/2014/main" id="{4C669D62-E08A-59C0-987C-1AE3386D7194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7" name="다이아몬드 456">
                <a:extLst>
                  <a:ext uri="{FF2B5EF4-FFF2-40B4-BE49-F238E27FC236}">
                    <a16:creationId xmlns:a16="http://schemas.microsoft.com/office/drawing/2014/main" id="{ABB04770-0D25-DE43-2F13-C8DABB9A0262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8" name="TextBox 457">
                <a:extLst>
                  <a:ext uri="{FF2B5EF4-FFF2-40B4-BE49-F238E27FC236}">
                    <a16:creationId xmlns:a16="http://schemas.microsoft.com/office/drawing/2014/main" id="{407FF7ED-29DF-812D-997C-47CE370BC4EF}"/>
                  </a:ext>
                </a:extLst>
              </p:cNvPr>
              <p:cNvSpPr txBox="1"/>
              <p:nvPr/>
            </p:nvSpPr>
            <p:spPr>
              <a:xfrm>
                <a:off x="10349829" y="1491954"/>
                <a:ext cx="1032178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 err="1"/>
                  <a:t>cul</a:t>
                </a:r>
                <a:r>
                  <a:rPr lang="en-US" altLang="ko-KR" sz="1200" b="1" dirty="0"/>
                  <a:t>-apply</a:t>
                </a:r>
                <a:endParaRPr lang="ko-KR" altLang="en-US" sz="1200" b="1" dirty="0"/>
              </a:p>
            </p:txBody>
          </p:sp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DA32BB5D-D160-7793-863D-21EDBE920C76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463" name="그룹 462">
            <a:extLst>
              <a:ext uri="{FF2B5EF4-FFF2-40B4-BE49-F238E27FC236}">
                <a16:creationId xmlns:a16="http://schemas.microsoft.com/office/drawing/2014/main" id="{9611D3C7-46EF-38CF-CFE1-6958F85820E0}"/>
              </a:ext>
            </a:extLst>
          </p:cNvPr>
          <p:cNvGrpSpPr/>
          <p:nvPr/>
        </p:nvGrpSpPr>
        <p:grpSpPr>
          <a:xfrm>
            <a:off x="1716468" y="265814"/>
            <a:ext cx="6618438" cy="6464572"/>
            <a:chOff x="2025959" y="265814"/>
            <a:chExt cx="6279808" cy="6464572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3EE79346-7D89-2005-7A41-B723A39D5042}"/>
                </a:ext>
              </a:extLst>
            </p:cNvPr>
            <p:cNvSpPr/>
            <p:nvPr/>
          </p:nvSpPr>
          <p:spPr>
            <a:xfrm>
              <a:off x="2025959" y="265814"/>
              <a:ext cx="6279808" cy="6317866"/>
            </a:xfrm>
            <a:prstGeom prst="roundRect">
              <a:avLst>
                <a:gd name="adj" fmla="val 3422"/>
              </a:avLst>
            </a:prstGeom>
            <a:noFill/>
            <a:ln w="444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" name="모서리가 둥근 직사각형 461">
              <a:extLst>
                <a:ext uri="{FF2B5EF4-FFF2-40B4-BE49-F238E27FC236}">
                  <a16:creationId xmlns:a16="http://schemas.microsoft.com/office/drawing/2014/main" id="{4772604E-19F3-76C8-0770-A94B0A6B76B4}"/>
                </a:ext>
              </a:extLst>
            </p:cNvPr>
            <p:cNvSpPr/>
            <p:nvPr/>
          </p:nvSpPr>
          <p:spPr>
            <a:xfrm>
              <a:off x="3831757" y="6207872"/>
              <a:ext cx="2504877" cy="52251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/>
                <a:t>K8s Worker node - 1</a:t>
              </a:r>
              <a:endParaRPr kumimoji="1" lang="ko-KR" altLang="en-US" dirty="0"/>
            </a:p>
          </p:txBody>
        </p:sp>
      </p:grpSp>
      <p:grpSp>
        <p:nvGrpSpPr>
          <p:cNvPr id="464" name="그룹 463">
            <a:extLst>
              <a:ext uri="{FF2B5EF4-FFF2-40B4-BE49-F238E27FC236}">
                <a16:creationId xmlns:a16="http://schemas.microsoft.com/office/drawing/2014/main" id="{FA7CC5D9-AC54-D407-473B-DC48F747E89B}"/>
              </a:ext>
            </a:extLst>
          </p:cNvPr>
          <p:cNvGrpSpPr/>
          <p:nvPr/>
        </p:nvGrpSpPr>
        <p:grpSpPr>
          <a:xfrm>
            <a:off x="8994492" y="265814"/>
            <a:ext cx="2924864" cy="6464572"/>
            <a:chOff x="6193010" y="305003"/>
            <a:chExt cx="2924864" cy="6464572"/>
          </a:xfrm>
        </p:grpSpPr>
        <p:sp>
          <p:nvSpPr>
            <p:cNvPr id="465" name="사각형: 둥근 모서리 2">
              <a:extLst>
                <a:ext uri="{FF2B5EF4-FFF2-40B4-BE49-F238E27FC236}">
                  <a16:creationId xmlns:a16="http://schemas.microsoft.com/office/drawing/2014/main" id="{E25DB396-1458-2060-3570-DEB26558D8E8}"/>
                </a:ext>
              </a:extLst>
            </p:cNvPr>
            <p:cNvSpPr/>
            <p:nvPr/>
          </p:nvSpPr>
          <p:spPr>
            <a:xfrm>
              <a:off x="6193010" y="305003"/>
              <a:ext cx="2924864" cy="6317866"/>
            </a:xfrm>
            <a:prstGeom prst="roundRect">
              <a:avLst>
                <a:gd name="adj" fmla="val 8098"/>
              </a:avLst>
            </a:prstGeom>
            <a:noFill/>
            <a:ln w="444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6" name="모서리가 둥근 직사각형 465">
              <a:extLst>
                <a:ext uri="{FF2B5EF4-FFF2-40B4-BE49-F238E27FC236}">
                  <a16:creationId xmlns:a16="http://schemas.microsoft.com/office/drawing/2014/main" id="{4AA7A6A6-9087-01BA-92F4-EF468CE3DFFE}"/>
                </a:ext>
              </a:extLst>
            </p:cNvPr>
            <p:cNvSpPr/>
            <p:nvPr/>
          </p:nvSpPr>
          <p:spPr>
            <a:xfrm>
              <a:off x="6431553" y="6247061"/>
              <a:ext cx="2447778" cy="52251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/>
                <a:t>K8s Worker node - n</a:t>
              </a:r>
              <a:endParaRPr kumimoji="1" lang="ko-KR" altLang="en-US" dirty="0"/>
            </a:p>
          </p:txBody>
        </p:sp>
      </p:grpSp>
      <p:grpSp>
        <p:nvGrpSpPr>
          <p:cNvPr id="467" name="그룹 466">
            <a:extLst>
              <a:ext uri="{FF2B5EF4-FFF2-40B4-BE49-F238E27FC236}">
                <a16:creationId xmlns:a16="http://schemas.microsoft.com/office/drawing/2014/main" id="{D8D36E55-35E4-04E8-23E7-BA9CFC481091}"/>
              </a:ext>
            </a:extLst>
          </p:cNvPr>
          <p:cNvGrpSpPr/>
          <p:nvPr/>
        </p:nvGrpSpPr>
        <p:grpSpPr>
          <a:xfrm>
            <a:off x="9193090" y="442967"/>
            <a:ext cx="1214114" cy="1068545"/>
            <a:chOff x="2421945" y="2739939"/>
            <a:chExt cx="1214114" cy="1068545"/>
          </a:xfrm>
        </p:grpSpPr>
        <p:grpSp>
          <p:nvGrpSpPr>
            <p:cNvPr id="468" name="그룹 467">
              <a:extLst>
                <a:ext uri="{FF2B5EF4-FFF2-40B4-BE49-F238E27FC236}">
                  <a16:creationId xmlns:a16="http://schemas.microsoft.com/office/drawing/2014/main" id="{5F2E5833-7A09-9AFE-3112-9E42FCD71605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474" name="육각형 81">
                <a:extLst>
                  <a:ext uri="{FF2B5EF4-FFF2-40B4-BE49-F238E27FC236}">
                    <a16:creationId xmlns:a16="http://schemas.microsoft.com/office/drawing/2014/main" id="{779EBBB0-86F1-4FDB-7E00-88570C8D36DB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5" name="자유형 474">
                <a:extLst>
                  <a:ext uri="{FF2B5EF4-FFF2-40B4-BE49-F238E27FC236}">
                    <a16:creationId xmlns:a16="http://schemas.microsoft.com/office/drawing/2014/main" id="{B3EF4D75-385F-4CBF-60CA-5EC394BB4919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portal-pod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69" name="그룹 468">
              <a:extLst>
                <a:ext uri="{FF2B5EF4-FFF2-40B4-BE49-F238E27FC236}">
                  <a16:creationId xmlns:a16="http://schemas.microsoft.com/office/drawing/2014/main" id="{2B3ABA85-DFDA-7F12-267B-16B829CF7853}"/>
                </a:ext>
              </a:extLst>
            </p:cNvPr>
            <p:cNvGrpSpPr/>
            <p:nvPr/>
          </p:nvGrpSpPr>
          <p:grpSpPr>
            <a:xfrm>
              <a:off x="2574904" y="2739939"/>
              <a:ext cx="899542" cy="770909"/>
              <a:chOff x="10327984" y="1238502"/>
              <a:chExt cx="1082244" cy="927485"/>
            </a:xfrm>
          </p:grpSpPr>
          <p:sp>
            <p:nvSpPr>
              <p:cNvPr id="470" name="다이아몬드 469">
                <a:extLst>
                  <a:ext uri="{FF2B5EF4-FFF2-40B4-BE49-F238E27FC236}">
                    <a16:creationId xmlns:a16="http://schemas.microsoft.com/office/drawing/2014/main" id="{D7DBF1E9-C466-3C08-2F74-4DE116A0BD19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1" name="다이아몬드 470">
                <a:extLst>
                  <a:ext uri="{FF2B5EF4-FFF2-40B4-BE49-F238E27FC236}">
                    <a16:creationId xmlns:a16="http://schemas.microsoft.com/office/drawing/2014/main" id="{B721D87A-6610-3650-1CC4-4BCEA858B430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2" name="TextBox 471">
                <a:extLst>
                  <a:ext uri="{FF2B5EF4-FFF2-40B4-BE49-F238E27FC236}">
                    <a16:creationId xmlns:a16="http://schemas.microsoft.com/office/drawing/2014/main" id="{6E38C2BD-5F5E-9605-4A87-399CBA84052D}"/>
                  </a:ext>
                </a:extLst>
              </p:cNvPr>
              <p:cNvSpPr txBox="1"/>
              <p:nvPr/>
            </p:nvSpPr>
            <p:spPr>
              <a:xfrm>
                <a:off x="10327984" y="1460522"/>
                <a:ext cx="1082244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lea-portal</a:t>
                </a:r>
                <a:endParaRPr lang="ko-KR" altLang="en-US" sz="1200" b="1" dirty="0"/>
              </a:p>
            </p:txBody>
          </p:sp>
          <p:sp>
            <p:nvSpPr>
              <p:cNvPr id="473" name="TextBox 472">
                <a:extLst>
                  <a:ext uri="{FF2B5EF4-FFF2-40B4-BE49-F238E27FC236}">
                    <a16:creationId xmlns:a16="http://schemas.microsoft.com/office/drawing/2014/main" id="{AB2BACF8-8C20-A290-A256-0551EE3848B3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476" name="그룹 475">
            <a:extLst>
              <a:ext uri="{FF2B5EF4-FFF2-40B4-BE49-F238E27FC236}">
                <a16:creationId xmlns:a16="http://schemas.microsoft.com/office/drawing/2014/main" id="{5FFEC40F-F159-1166-6C41-28E5FECEA8C1}"/>
              </a:ext>
            </a:extLst>
          </p:cNvPr>
          <p:cNvGrpSpPr/>
          <p:nvPr/>
        </p:nvGrpSpPr>
        <p:grpSpPr>
          <a:xfrm>
            <a:off x="10456924" y="442967"/>
            <a:ext cx="1214114" cy="1068545"/>
            <a:chOff x="2421945" y="2739939"/>
            <a:chExt cx="1214114" cy="1068545"/>
          </a:xfrm>
        </p:grpSpPr>
        <p:grpSp>
          <p:nvGrpSpPr>
            <p:cNvPr id="477" name="그룹 476">
              <a:extLst>
                <a:ext uri="{FF2B5EF4-FFF2-40B4-BE49-F238E27FC236}">
                  <a16:creationId xmlns:a16="http://schemas.microsoft.com/office/drawing/2014/main" id="{788A95E2-5062-CA9D-4654-BA04FC4DE047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483" name="육각형 81">
                <a:extLst>
                  <a:ext uri="{FF2B5EF4-FFF2-40B4-BE49-F238E27FC236}">
                    <a16:creationId xmlns:a16="http://schemas.microsoft.com/office/drawing/2014/main" id="{CCCD9B86-278E-BCDD-EBE7-FE6AF3716B15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4" name="자유형 483">
                <a:extLst>
                  <a:ext uri="{FF2B5EF4-FFF2-40B4-BE49-F238E27FC236}">
                    <a16:creationId xmlns:a16="http://schemas.microsoft.com/office/drawing/2014/main" id="{768C5AC0-FEB3-55B0-D7EE-E9F966AF3512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portal-pod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78" name="그룹 477">
              <a:extLst>
                <a:ext uri="{FF2B5EF4-FFF2-40B4-BE49-F238E27FC236}">
                  <a16:creationId xmlns:a16="http://schemas.microsoft.com/office/drawing/2014/main" id="{0D667F96-161A-E3F5-113B-93AAA2017FA2}"/>
                </a:ext>
              </a:extLst>
            </p:cNvPr>
            <p:cNvGrpSpPr/>
            <p:nvPr/>
          </p:nvGrpSpPr>
          <p:grpSpPr>
            <a:xfrm>
              <a:off x="2574904" y="2739939"/>
              <a:ext cx="899542" cy="770909"/>
              <a:chOff x="10327984" y="1238502"/>
              <a:chExt cx="1082244" cy="927485"/>
            </a:xfrm>
          </p:grpSpPr>
          <p:sp>
            <p:nvSpPr>
              <p:cNvPr id="479" name="다이아몬드 478">
                <a:extLst>
                  <a:ext uri="{FF2B5EF4-FFF2-40B4-BE49-F238E27FC236}">
                    <a16:creationId xmlns:a16="http://schemas.microsoft.com/office/drawing/2014/main" id="{EAB29E4C-AF65-BB5B-92C6-56D413980855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0" name="다이아몬드 479">
                <a:extLst>
                  <a:ext uri="{FF2B5EF4-FFF2-40B4-BE49-F238E27FC236}">
                    <a16:creationId xmlns:a16="http://schemas.microsoft.com/office/drawing/2014/main" id="{CB7E6089-7EA3-012A-9CBC-5380A6937279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1" name="TextBox 480">
                <a:extLst>
                  <a:ext uri="{FF2B5EF4-FFF2-40B4-BE49-F238E27FC236}">
                    <a16:creationId xmlns:a16="http://schemas.microsoft.com/office/drawing/2014/main" id="{F8BC7E0F-393F-B4A4-FA82-4F25561EB764}"/>
                  </a:ext>
                </a:extLst>
              </p:cNvPr>
              <p:cNvSpPr txBox="1"/>
              <p:nvPr/>
            </p:nvSpPr>
            <p:spPr>
              <a:xfrm>
                <a:off x="10327984" y="1460522"/>
                <a:ext cx="1082244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lea-portal</a:t>
                </a:r>
                <a:endParaRPr lang="ko-KR" altLang="en-US" sz="1200" b="1" dirty="0"/>
              </a:p>
            </p:txBody>
          </p:sp>
          <p:sp>
            <p:nvSpPr>
              <p:cNvPr id="482" name="TextBox 481">
                <a:extLst>
                  <a:ext uri="{FF2B5EF4-FFF2-40B4-BE49-F238E27FC236}">
                    <a16:creationId xmlns:a16="http://schemas.microsoft.com/office/drawing/2014/main" id="{ED2DEBFB-81D7-B1E2-28FE-179280DC5334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490" name="그룹 489">
            <a:extLst>
              <a:ext uri="{FF2B5EF4-FFF2-40B4-BE49-F238E27FC236}">
                <a16:creationId xmlns:a16="http://schemas.microsoft.com/office/drawing/2014/main" id="{505A8EAC-1712-B60D-1C3A-835B1A28D30B}"/>
              </a:ext>
            </a:extLst>
          </p:cNvPr>
          <p:cNvGrpSpPr/>
          <p:nvPr/>
        </p:nvGrpSpPr>
        <p:grpSpPr>
          <a:xfrm>
            <a:off x="8363042" y="3261461"/>
            <a:ext cx="601750" cy="167539"/>
            <a:chOff x="8274481" y="3261461"/>
            <a:chExt cx="601750" cy="167539"/>
          </a:xfrm>
        </p:grpSpPr>
        <p:sp>
          <p:nvSpPr>
            <p:cNvPr id="487" name="타원 486">
              <a:extLst>
                <a:ext uri="{FF2B5EF4-FFF2-40B4-BE49-F238E27FC236}">
                  <a16:creationId xmlns:a16="http://schemas.microsoft.com/office/drawing/2014/main" id="{6796C69F-00A9-F520-A9CF-E5F38F659822}"/>
                </a:ext>
              </a:extLst>
            </p:cNvPr>
            <p:cNvSpPr/>
            <p:nvPr/>
          </p:nvSpPr>
          <p:spPr>
            <a:xfrm>
              <a:off x="8491586" y="3261461"/>
              <a:ext cx="167539" cy="16753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88" name="타원 487">
              <a:extLst>
                <a:ext uri="{FF2B5EF4-FFF2-40B4-BE49-F238E27FC236}">
                  <a16:creationId xmlns:a16="http://schemas.microsoft.com/office/drawing/2014/main" id="{E24E6D0F-CC49-C989-1C1B-17FD49447E4F}"/>
                </a:ext>
              </a:extLst>
            </p:cNvPr>
            <p:cNvSpPr/>
            <p:nvPr/>
          </p:nvSpPr>
          <p:spPr>
            <a:xfrm>
              <a:off x="8274481" y="3261461"/>
              <a:ext cx="167539" cy="16753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89" name="타원 488">
              <a:extLst>
                <a:ext uri="{FF2B5EF4-FFF2-40B4-BE49-F238E27FC236}">
                  <a16:creationId xmlns:a16="http://schemas.microsoft.com/office/drawing/2014/main" id="{68FEA5C9-95B8-A762-ADEC-B26A64434EA6}"/>
                </a:ext>
              </a:extLst>
            </p:cNvPr>
            <p:cNvSpPr/>
            <p:nvPr/>
          </p:nvSpPr>
          <p:spPr>
            <a:xfrm>
              <a:off x="8708692" y="3261461"/>
              <a:ext cx="167539" cy="16753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492" name="그룹 491">
            <a:extLst>
              <a:ext uri="{FF2B5EF4-FFF2-40B4-BE49-F238E27FC236}">
                <a16:creationId xmlns:a16="http://schemas.microsoft.com/office/drawing/2014/main" id="{B2ADA488-AD01-383D-0C0D-CE1ECA473300}"/>
              </a:ext>
            </a:extLst>
          </p:cNvPr>
          <p:cNvGrpSpPr/>
          <p:nvPr/>
        </p:nvGrpSpPr>
        <p:grpSpPr>
          <a:xfrm>
            <a:off x="9179404" y="1684323"/>
            <a:ext cx="1214114" cy="1068545"/>
            <a:chOff x="2421945" y="2739939"/>
            <a:chExt cx="1214114" cy="1068545"/>
          </a:xfrm>
        </p:grpSpPr>
        <p:grpSp>
          <p:nvGrpSpPr>
            <p:cNvPr id="493" name="그룹 492">
              <a:extLst>
                <a:ext uri="{FF2B5EF4-FFF2-40B4-BE49-F238E27FC236}">
                  <a16:creationId xmlns:a16="http://schemas.microsoft.com/office/drawing/2014/main" id="{EA645E5A-B4AD-8519-C958-F3D35C3B3829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499" name="육각형 81">
                <a:extLst>
                  <a:ext uri="{FF2B5EF4-FFF2-40B4-BE49-F238E27FC236}">
                    <a16:creationId xmlns:a16="http://schemas.microsoft.com/office/drawing/2014/main" id="{AD5D967A-F299-234E-9A32-29357F0559DB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4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0" name="자유형 499">
                <a:extLst>
                  <a:ext uri="{FF2B5EF4-FFF2-40B4-BE49-F238E27FC236}">
                    <a16:creationId xmlns:a16="http://schemas.microsoft.com/office/drawing/2014/main" id="{CAB30DDE-5E38-845C-2C27-EFF7ADD13294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/>
                    </a:solidFill>
                  </a:rPr>
                  <a:t>play-pod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94" name="그룹 493">
              <a:extLst>
                <a:ext uri="{FF2B5EF4-FFF2-40B4-BE49-F238E27FC236}">
                  <a16:creationId xmlns:a16="http://schemas.microsoft.com/office/drawing/2014/main" id="{87ACC7BD-1E34-3EDA-B668-9865389DFD5E}"/>
                </a:ext>
              </a:extLst>
            </p:cNvPr>
            <p:cNvGrpSpPr/>
            <p:nvPr/>
          </p:nvGrpSpPr>
          <p:grpSpPr>
            <a:xfrm>
              <a:off x="2645307" y="2739939"/>
              <a:ext cx="767390" cy="770909"/>
              <a:chOff x="10412694" y="1238502"/>
              <a:chExt cx="923252" cy="927485"/>
            </a:xfrm>
          </p:grpSpPr>
          <p:sp>
            <p:nvSpPr>
              <p:cNvPr id="495" name="다이아몬드 494">
                <a:extLst>
                  <a:ext uri="{FF2B5EF4-FFF2-40B4-BE49-F238E27FC236}">
                    <a16:creationId xmlns:a16="http://schemas.microsoft.com/office/drawing/2014/main" id="{E889A4EB-BFC6-7184-8D8B-66E1C6D31F59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6" name="다이아몬드 495">
                <a:extLst>
                  <a:ext uri="{FF2B5EF4-FFF2-40B4-BE49-F238E27FC236}">
                    <a16:creationId xmlns:a16="http://schemas.microsoft.com/office/drawing/2014/main" id="{A30B8ADF-0EC8-C580-56D0-49574F12D857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7" name="TextBox 496">
                <a:extLst>
                  <a:ext uri="{FF2B5EF4-FFF2-40B4-BE49-F238E27FC236}">
                    <a16:creationId xmlns:a16="http://schemas.microsoft.com/office/drawing/2014/main" id="{7B086266-D357-3233-BE8A-59876F42D736}"/>
                  </a:ext>
                </a:extLst>
              </p:cNvPr>
              <p:cNvSpPr txBox="1"/>
              <p:nvPr/>
            </p:nvSpPr>
            <p:spPr>
              <a:xfrm>
                <a:off x="10412694" y="1460522"/>
                <a:ext cx="923252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res-play</a:t>
                </a:r>
                <a:endParaRPr lang="ko-KR" altLang="en-US" sz="1200" b="1" dirty="0"/>
              </a:p>
            </p:txBody>
          </p:sp>
          <p:sp>
            <p:nvSpPr>
              <p:cNvPr id="498" name="TextBox 497">
                <a:extLst>
                  <a:ext uri="{FF2B5EF4-FFF2-40B4-BE49-F238E27FC236}">
                    <a16:creationId xmlns:a16="http://schemas.microsoft.com/office/drawing/2014/main" id="{56318227-D0E0-C1FD-7AB2-CC5B295365E6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501" name="그룹 500">
            <a:extLst>
              <a:ext uri="{FF2B5EF4-FFF2-40B4-BE49-F238E27FC236}">
                <a16:creationId xmlns:a16="http://schemas.microsoft.com/office/drawing/2014/main" id="{E752FCF5-5116-44CF-82BA-FF13B13DE041}"/>
              </a:ext>
            </a:extLst>
          </p:cNvPr>
          <p:cNvGrpSpPr/>
          <p:nvPr/>
        </p:nvGrpSpPr>
        <p:grpSpPr>
          <a:xfrm>
            <a:off x="10213964" y="2231131"/>
            <a:ext cx="1214114" cy="1068545"/>
            <a:chOff x="2421945" y="2739939"/>
            <a:chExt cx="1214114" cy="1068545"/>
          </a:xfrm>
        </p:grpSpPr>
        <p:grpSp>
          <p:nvGrpSpPr>
            <p:cNvPr id="502" name="그룹 501">
              <a:extLst>
                <a:ext uri="{FF2B5EF4-FFF2-40B4-BE49-F238E27FC236}">
                  <a16:creationId xmlns:a16="http://schemas.microsoft.com/office/drawing/2014/main" id="{2836C15F-E649-F3C6-A6DE-FE4A12BF234D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508" name="육각형 81">
                <a:extLst>
                  <a:ext uri="{FF2B5EF4-FFF2-40B4-BE49-F238E27FC236}">
                    <a16:creationId xmlns:a16="http://schemas.microsoft.com/office/drawing/2014/main" id="{E9C37FDF-D3A3-1298-C347-54B86F2C01FB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4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9" name="자유형 508">
                <a:extLst>
                  <a:ext uri="{FF2B5EF4-FFF2-40B4-BE49-F238E27FC236}">
                    <a16:creationId xmlns:a16="http://schemas.microsoft.com/office/drawing/2014/main" id="{526BC86B-72EB-52F4-631D-8B741B95A2D1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/>
                    </a:solidFill>
                  </a:rPr>
                  <a:t>play-pod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03" name="그룹 502">
              <a:extLst>
                <a:ext uri="{FF2B5EF4-FFF2-40B4-BE49-F238E27FC236}">
                  <a16:creationId xmlns:a16="http://schemas.microsoft.com/office/drawing/2014/main" id="{760689B2-96E3-B53B-66D9-9C51491FD73D}"/>
                </a:ext>
              </a:extLst>
            </p:cNvPr>
            <p:cNvGrpSpPr/>
            <p:nvPr/>
          </p:nvGrpSpPr>
          <p:grpSpPr>
            <a:xfrm>
              <a:off x="2601024" y="2739939"/>
              <a:ext cx="861967" cy="770909"/>
              <a:chOff x="10359416" y="1238502"/>
              <a:chExt cx="1037038" cy="927485"/>
            </a:xfrm>
          </p:grpSpPr>
          <p:sp>
            <p:nvSpPr>
              <p:cNvPr id="504" name="다이아몬드 503">
                <a:extLst>
                  <a:ext uri="{FF2B5EF4-FFF2-40B4-BE49-F238E27FC236}">
                    <a16:creationId xmlns:a16="http://schemas.microsoft.com/office/drawing/2014/main" id="{49573695-02B8-42A9-8536-36534DDA8622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5" name="다이아몬드 504">
                <a:extLst>
                  <a:ext uri="{FF2B5EF4-FFF2-40B4-BE49-F238E27FC236}">
                    <a16:creationId xmlns:a16="http://schemas.microsoft.com/office/drawing/2014/main" id="{AE158359-248F-0DE8-E7F4-58EE29B0A80E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6" name="TextBox 505">
                <a:extLst>
                  <a:ext uri="{FF2B5EF4-FFF2-40B4-BE49-F238E27FC236}">
                    <a16:creationId xmlns:a16="http://schemas.microsoft.com/office/drawing/2014/main" id="{FE9057EA-25A6-A781-8828-E74519B7DE32}"/>
                  </a:ext>
                </a:extLst>
              </p:cNvPr>
              <p:cNvSpPr txBox="1"/>
              <p:nvPr/>
            </p:nvSpPr>
            <p:spPr>
              <a:xfrm>
                <a:off x="10359416" y="1460522"/>
                <a:ext cx="1037038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res-camp</a:t>
                </a:r>
                <a:endParaRPr lang="ko-KR" altLang="en-US" sz="1200" b="1" dirty="0"/>
              </a:p>
            </p:txBody>
          </p:sp>
          <p:sp>
            <p:nvSpPr>
              <p:cNvPr id="507" name="TextBox 506">
                <a:extLst>
                  <a:ext uri="{FF2B5EF4-FFF2-40B4-BE49-F238E27FC236}">
                    <a16:creationId xmlns:a16="http://schemas.microsoft.com/office/drawing/2014/main" id="{976900CF-633F-40C9-03A5-7F42D763B22D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510" name="그룹 509">
            <a:extLst>
              <a:ext uri="{FF2B5EF4-FFF2-40B4-BE49-F238E27FC236}">
                <a16:creationId xmlns:a16="http://schemas.microsoft.com/office/drawing/2014/main" id="{860DC182-7718-34E0-00C9-1242095C5E95}"/>
              </a:ext>
            </a:extLst>
          </p:cNvPr>
          <p:cNvGrpSpPr/>
          <p:nvPr/>
        </p:nvGrpSpPr>
        <p:grpSpPr>
          <a:xfrm>
            <a:off x="9197529" y="2796889"/>
            <a:ext cx="1214114" cy="1068545"/>
            <a:chOff x="2421945" y="2739939"/>
            <a:chExt cx="1214114" cy="1068545"/>
          </a:xfrm>
        </p:grpSpPr>
        <p:grpSp>
          <p:nvGrpSpPr>
            <p:cNvPr id="511" name="그룹 510">
              <a:extLst>
                <a:ext uri="{FF2B5EF4-FFF2-40B4-BE49-F238E27FC236}">
                  <a16:creationId xmlns:a16="http://schemas.microsoft.com/office/drawing/2014/main" id="{706FA7E1-2FCF-C3B4-D4AD-F32A3D8CEE90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517" name="육각형 81">
                <a:extLst>
                  <a:ext uri="{FF2B5EF4-FFF2-40B4-BE49-F238E27FC236}">
                    <a16:creationId xmlns:a16="http://schemas.microsoft.com/office/drawing/2014/main" id="{754423D4-4879-514A-6A2D-FFC826BE720D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8" name="자유형 517">
                <a:extLst>
                  <a:ext uri="{FF2B5EF4-FFF2-40B4-BE49-F238E27FC236}">
                    <a16:creationId xmlns:a16="http://schemas.microsoft.com/office/drawing/2014/main" id="{E0895423-E8BB-F46E-F9FB-7787872E46AA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course-pod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12" name="그룹 511">
              <a:extLst>
                <a:ext uri="{FF2B5EF4-FFF2-40B4-BE49-F238E27FC236}">
                  <a16:creationId xmlns:a16="http://schemas.microsoft.com/office/drawing/2014/main" id="{06A85F7C-AEBF-FBC0-0D8D-886ED07CB364}"/>
                </a:ext>
              </a:extLst>
            </p:cNvPr>
            <p:cNvGrpSpPr/>
            <p:nvPr/>
          </p:nvGrpSpPr>
          <p:grpSpPr>
            <a:xfrm>
              <a:off x="2587952" y="2739939"/>
              <a:ext cx="938975" cy="770909"/>
              <a:chOff x="10343700" y="1238502"/>
              <a:chExt cx="1129688" cy="927485"/>
            </a:xfrm>
          </p:grpSpPr>
          <p:sp>
            <p:nvSpPr>
              <p:cNvPr id="513" name="다이아몬드 512">
                <a:extLst>
                  <a:ext uri="{FF2B5EF4-FFF2-40B4-BE49-F238E27FC236}">
                    <a16:creationId xmlns:a16="http://schemas.microsoft.com/office/drawing/2014/main" id="{27649EB2-AA1E-C37D-B7FA-3CF8F0F96D1B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4" name="다이아몬드 513">
                <a:extLst>
                  <a:ext uri="{FF2B5EF4-FFF2-40B4-BE49-F238E27FC236}">
                    <a16:creationId xmlns:a16="http://schemas.microsoft.com/office/drawing/2014/main" id="{A85D39BE-AA6E-5EBF-A12A-A04C50A1D184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5" name="TextBox 514">
                <a:extLst>
                  <a:ext uri="{FF2B5EF4-FFF2-40B4-BE49-F238E27FC236}">
                    <a16:creationId xmlns:a16="http://schemas.microsoft.com/office/drawing/2014/main" id="{669BAE62-35C4-B914-2CAF-D63C13472DA6}"/>
                  </a:ext>
                </a:extLst>
              </p:cNvPr>
              <p:cNvSpPr txBox="1"/>
              <p:nvPr/>
            </p:nvSpPr>
            <p:spPr>
              <a:xfrm>
                <a:off x="10343700" y="1460522"/>
                <a:ext cx="1129688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lea-course</a:t>
                </a:r>
                <a:endParaRPr lang="ko-KR" altLang="en-US" sz="1200" b="1" dirty="0"/>
              </a:p>
            </p:txBody>
          </p:sp>
          <p:sp>
            <p:nvSpPr>
              <p:cNvPr id="516" name="TextBox 515">
                <a:extLst>
                  <a:ext uri="{FF2B5EF4-FFF2-40B4-BE49-F238E27FC236}">
                    <a16:creationId xmlns:a16="http://schemas.microsoft.com/office/drawing/2014/main" id="{A9A88B7F-148F-A35B-DBF1-F090E82554B3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525" name="그룹 524">
            <a:extLst>
              <a:ext uri="{FF2B5EF4-FFF2-40B4-BE49-F238E27FC236}">
                <a16:creationId xmlns:a16="http://schemas.microsoft.com/office/drawing/2014/main" id="{D6D8C1DF-7EF2-3C90-B92B-AE613B9566F7}"/>
              </a:ext>
            </a:extLst>
          </p:cNvPr>
          <p:cNvGrpSpPr/>
          <p:nvPr/>
        </p:nvGrpSpPr>
        <p:grpSpPr>
          <a:xfrm>
            <a:off x="6632225" y="5126169"/>
            <a:ext cx="1588167" cy="1336429"/>
            <a:chOff x="6547914" y="5255757"/>
            <a:chExt cx="1588167" cy="1336429"/>
          </a:xfrm>
        </p:grpSpPr>
        <p:sp>
          <p:nvSpPr>
            <p:cNvPr id="519" name="모서리가 둥근 직사각형 518">
              <a:extLst>
                <a:ext uri="{FF2B5EF4-FFF2-40B4-BE49-F238E27FC236}">
                  <a16:creationId xmlns:a16="http://schemas.microsoft.com/office/drawing/2014/main" id="{671F5E41-87D7-794B-A702-443AC61492CF}"/>
                </a:ext>
              </a:extLst>
            </p:cNvPr>
            <p:cNvSpPr/>
            <p:nvPr/>
          </p:nvSpPr>
          <p:spPr>
            <a:xfrm>
              <a:off x="6547914" y="5255757"/>
              <a:ext cx="1588167" cy="379827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/>
                <a:t>lea-namespace</a:t>
              </a:r>
              <a:endParaRPr kumimoji="1" lang="ko-KR" altLang="en-US" sz="1400" dirty="0"/>
            </a:p>
          </p:txBody>
        </p:sp>
        <p:sp>
          <p:nvSpPr>
            <p:cNvPr id="520" name="모서리가 둥근 직사각형 519">
              <a:extLst>
                <a:ext uri="{FF2B5EF4-FFF2-40B4-BE49-F238E27FC236}">
                  <a16:creationId xmlns:a16="http://schemas.microsoft.com/office/drawing/2014/main" id="{255331FB-DFD9-D1B2-975A-A0EF4D65D671}"/>
                </a:ext>
              </a:extLst>
            </p:cNvPr>
            <p:cNvSpPr/>
            <p:nvPr/>
          </p:nvSpPr>
          <p:spPr>
            <a:xfrm>
              <a:off x="6547914" y="5734058"/>
              <a:ext cx="1588167" cy="379827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solidFill>
                    <a:schemeClr val="tx1"/>
                  </a:solidFill>
                </a:rPr>
                <a:t>res-namespace</a:t>
              </a:r>
              <a:endParaRPr kumimoji="1"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21" name="모서리가 둥근 직사각형 520">
              <a:extLst>
                <a:ext uri="{FF2B5EF4-FFF2-40B4-BE49-F238E27FC236}">
                  <a16:creationId xmlns:a16="http://schemas.microsoft.com/office/drawing/2014/main" id="{003E26AB-1264-00E7-EC87-F4CA32E50181}"/>
                </a:ext>
              </a:extLst>
            </p:cNvPr>
            <p:cNvSpPr/>
            <p:nvPr/>
          </p:nvSpPr>
          <p:spPr>
            <a:xfrm>
              <a:off x="6547914" y="6212359"/>
              <a:ext cx="1588167" cy="37982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 err="1">
                  <a:solidFill>
                    <a:schemeClr val="tx1"/>
                  </a:solidFill>
                </a:rPr>
                <a:t>cul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-namespace</a:t>
              </a:r>
              <a:endParaRPr kumimoji="1"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530" name="자유형 529">
            <a:extLst>
              <a:ext uri="{FF2B5EF4-FFF2-40B4-BE49-F238E27FC236}">
                <a16:creationId xmlns:a16="http://schemas.microsoft.com/office/drawing/2014/main" id="{38FB3BB4-53C4-A383-CBB6-1AC2AFAC0A0B}"/>
              </a:ext>
            </a:extLst>
          </p:cNvPr>
          <p:cNvSpPr/>
          <p:nvPr/>
        </p:nvSpPr>
        <p:spPr>
          <a:xfrm>
            <a:off x="7265726" y="4799904"/>
            <a:ext cx="932649" cy="241859"/>
          </a:xfrm>
          <a:custGeom>
            <a:avLst/>
            <a:gdLst>
              <a:gd name="csX0" fmla="*/ 0 w 932649"/>
              <a:gd name="csY0" fmla="*/ 0 h 241859"/>
              <a:gd name="csX1" fmla="*/ 932649 w 932649"/>
              <a:gd name="csY1" fmla="*/ 0 h 241859"/>
              <a:gd name="csX2" fmla="*/ 811719 w 932649"/>
              <a:gd name="csY2" fmla="*/ 241859 h 241859"/>
              <a:gd name="csX3" fmla="*/ 120929 w 932649"/>
              <a:gd name="csY3" fmla="*/ 241859 h 2418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32649" h="241859">
                <a:moveTo>
                  <a:pt x="0" y="0"/>
                </a:moveTo>
                <a:lnTo>
                  <a:pt x="932649" y="0"/>
                </a:lnTo>
                <a:lnTo>
                  <a:pt x="811719" y="241859"/>
                </a:lnTo>
                <a:lnTo>
                  <a:pt x="120929" y="24185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지원도메인</a:t>
            </a:r>
          </a:p>
        </p:txBody>
      </p:sp>
      <p:sp>
        <p:nvSpPr>
          <p:cNvPr id="4" name="화살표: 왼쪽/오른쪽 3">
            <a:extLst>
              <a:ext uri="{FF2B5EF4-FFF2-40B4-BE49-F238E27FC236}">
                <a16:creationId xmlns:a16="http://schemas.microsoft.com/office/drawing/2014/main" id="{483FB89A-3DF1-9CBF-3EF9-18B9E544A18C}"/>
              </a:ext>
            </a:extLst>
          </p:cNvPr>
          <p:cNvSpPr/>
          <p:nvPr/>
        </p:nvSpPr>
        <p:spPr>
          <a:xfrm>
            <a:off x="5438467" y="75582"/>
            <a:ext cx="6618438" cy="1746940"/>
          </a:xfrm>
          <a:prstGeom prst="leftRightArrow">
            <a:avLst>
              <a:gd name="adj1" fmla="val 69973"/>
              <a:gd name="adj2" fmla="val 50000"/>
            </a:avLst>
          </a:prstGeom>
          <a:solidFill>
            <a:srgbClr val="7030A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1" name="모서리가 둥근 직사각형 490">
            <a:extLst>
              <a:ext uri="{FF2B5EF4-FFF2-40B4-BE49-F238E27FC236}">
                <a16:creationId xmlns:a16="http://schemas.microsoft.com/office/drawing/2014/main" id="{34F7D124-6368-EB24-8C6F-52C88BE6951A}"/>
              </a:ext>
            </a:extLst>
          </p:cNvPr>
          <p:cNvSpPr/>
          <p:nvPr/>
        </p:nvSpPr>
        <p:spPr>
          <a:xfrm>
            <a:off x="7118249" y="1330556"/>
            <a:ext cx="3349542" cy="42203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portal-service : pod-scaling</a:t>
            </a:r>
            <a:endParaRPr kumimoji="1" lang="ko-KR" altLang="en-US" dirty="0"/>
          </a:p>
        </p:txBody>
      </p:sp>
      <p:sp>
        <p:nvSpPr>
          <p:cNvPr id="5" name="화살표: 왼쪽/오른쪽 4">
            <a:extLst>
              <a:ext uri="{FF2B5EF4-FFF2-40B4-BE49-F238E27FC236}">
                <a16:creationId xmlns:a16="http://schemas.microsoft.com/office/drawing/2014/main" id="{2CFFA277-5B07-7462-BEB5-2A1CB03AF9D1}"/>
              </a:ext>
            </a:extLst>
          </p:cNvPr>
          <p:cNvSpPr/>
          <p:nvPr/>
        </p:nvSpPr>
        <p:spPr>
          <a:xfrm>
            <a:off x="7485605" y="3819934"/>
            <a:ext cx="2358189" cy="937767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Node</a:t>
            </a:r>
            <a:r>
              <a:rPr lang="ko-KR" altLang="en-US" dirty="0"/>
              <a:t> </a:t>
            </a:r>
            <a:r>
              <a:rPr lang="en-US" altLang="ko-KR" dirty="0"/>
              <a:t>scaling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687E99-3ADD-4FCE-BC23-641D7CA07CBB}"/>
              </a:ext>
            </a:extLst>
          </p:cNvPr>
          <p:cNvSpPr txBox="1"/>
          <p:nvPr/>
        </p:nvSpPr>
        <p:spPr>
          <a:xfrm>
            <a:off x="130629" y="2469837"/>
            <a:ext cx="461665" cy="190981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K8s Master Node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BFEC8B1-7BDC-5F45-806F-1C3FB87ABDAB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1414666" y="3424747"/>
            <a:ext cx="30180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24C037A-0CDF-1317-7912-E61FB691703D}"/>
              </a:ext>
            </a:extLst>
          </p:cNvPr>
          <p:cNvGrpSpPr/>
          <p:nvPr/>
        </p:nvGrpSpPr>
        <p:grpSpPr>
          <a:xfrm>
            <a:off x="440605" y="2926858"/>
            <a:ext cx="1002197" cy="1054217"/>
            <a:chOff x="2591200" y="1217955"/>
            <a:chExt cx="1002197" cy="1054217"/>
          </a:xfrm>
        </p:grpSpPr>
        <p:sp>
          <p:nvSpPr>
            <p:cNvPr id="13" name="다이아몬드 12">
              <a:extLst>
                <a:ext uri="{FF2B5EF4-FFF2-40B4-BE49-F238E27FC236}">
                  <a16:creationId xmlns:a16="http://schemas.microsoft.com/office/drawing/2014/main" id="{4535AE45-0839-5AB8-50BD-9D7B50E37895}"/>
                </a:ext>
              </a:extLst>
            </p:cNvPr>
            <p:cNvSpPr/>
            <p:nvPr/>
          </p:nvSpPr>
          <p:spPr>
            <a:xfrm>
              <a:off x="2812933" y="1217955"/>
              <a:ext cx="558730" cy="55873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18000000" lon="0" rev="0"/>
              </a:camera>
              <a:lightRig rig="threePt" dir="t"/>
            </a:scene3d>
            <a:sp3d extrusionH="444500" contourW="44450"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5504A1-418D-9048-7563-62B8C7A09C8E}"/>
                </a:ext>
              </a:extLst>
            </p:cNvPr>
            <p:cNvSpPr txBox="1"/>
            <p:nvPr/>
          </p:nvSpPr>
          <p:spPr>
            <a:xfrm>
              <a:off x="2591200" y="2010562"/>
              <a:ext cx="100219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solidFill>
                    <a:schemeClr val="bg1"/>
                  </a:solidFill>
                </a:rPr>
                <a:t>Istio ingress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5149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A131899C-7F46-F89F-F4AC-A7045C3EFAC4}"/>
              </a:ext>
            </a:extLst>
          </p:cNvPr>
          <p:cNvSpPr/>
          <p:nvPr/>
        </p:nvSpPr>
        <p:spPr>
          <a:xfrm>
            <a:off x="3127879" y="227024"/>
            <a:ext cx="5726035" cy="654584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FEAA7E17-E13C-1286-2DE0-A5EEF8C99334}"/>
              </a:ext>
            </a:extLst>
          </p:cNvPr>
          <p:cNvGrpSpPr/>
          <p:nvPr/>
        </p:nvGrpSpPr>
        <p:grpSpPr>
          <a:xfrm>
            <a:off x="3417964" y="529719"/>
            <a:ext cx="5145865" cy="5921530"/>
            <a:chOff x="3417964" y="529719"/>
            <a:chExt cx="5145865" cy="592153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67EE9013-4DA8-4BA3-6785-7950B70BD6BF}"/>
                </a:ext>
              </a:extLst>
            </p:cNvPr>
            <p:cNvSpPr/>
            <p:nvPr/>
          </p:nvSpPr>
          <p:spPr>
            <a:xfrm>
              <a:off x="3417964" y="529719"/>
              <a:ext cx="5145865" cy="59215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C414F69-D42C-33EE-4D93-71EF2C0A90D9}"/>
                </a:ext>
              </a:extLst>
            </p:cNvPr>
            <p:cNvGrpSpPr/>
            <p:nvPr/>
          </p:nvGrpSpPr>
          <p:grpSpPr>
            <a:xfrm>
              <a:off x="3846785" y="671970"/>
              <a:ext cx="4250384" cy="1705470"/>
              <a:chOff x="3840479" y="955750"/>
              <a:chExt cx="4250384" cy="1705470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FD749D1D-B2FD-0F4B-E619-71EEA471F877}"/>
                  </a:ext>
                </a:extLst>
              </p:cNvPr>
              <p:cNvSpPr/>
              <p:nvPr/>
            </p:nvSpPr>
            <p:spPr>
              <a:xfrm>
                <a:off x="3840479" y="1090974"/>
                <a:ext cx="4250384" cy="1570246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ECADBF9E-F406-6197-3D21-8EE7B5E5A581}"/>
                  </a:ext>
                </a:extLst>
              </p:cNvPr>
              <p:cNvGrpSpPr/>
              <p:nvPr/>
            </p:nvGrpSpPr>
            <p:grpSpPr>
              <a:xfrm>
                <a:off x="3953035" y="1390518"/>
                <a:ext cx="1166044" cy="1097611"/>
                <a:chOff x="9105206" y="1705829"/>
                <a:chExt cx="1166044" cy="1097611"/>
              </a:xfrm>
            </p:grpSpPr>
            <p:sp>
              <p:nvSpPr>
                <p:cNvPr id="8" name="육각형 7">
                  <a:extLst>
                    <a:ext uri="{FF2B5EF4-FFF2-40B4-BE49-F238E27FC236}">
                      <a16:creationId xmlns:a16="http://schemas.microsoft.com/office/drawing/2014/main" id="{0DA9092E-0083-EB23-5B80-4B1FCBCCEED1}"/>
                    </a:ext>
                  </a:extLst>
                </p:cNvPr>
                <p:cNvSpPr/>
                <p:nvPr/>
              </p:nvSpPr>
              <p:spPr>
                <a:xfrm>
                  <a:off x="9105206" y="1798230"/>
                  <a:ext cx="1166044" cy="1005210"/>
                </a:xfrm>
                <a:prstGeom prst="hexag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" name="다이아몬드 10">
                  <a:extLst>
                    <a:ext uri="{FF2B5EF4-FFF2-40B4-BE49-F238E27FC236}">
                      <a16:creationId xmlns:a16="http://schemas.microsoft.com/office/drawing/2014/main" id="{30896603-C91D-9CE8-E418-50014A2F2DC1}"/>
                    </a:ext>
                  </a:extLst>
                </p:cNvPr>
                <p:cNvSpPr/>
                <p:nvPr/>
              </p:nvSpPr>
              <p:spPr>
                <a:xfrm>
                  <a:off x="9408863" y="1705829"/>
                  <a:ext cx="558730" cy="558730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444500" contourW="4445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6DB5E81-51C4-B0E4-91B9-61613D31C9E6}"/>
                    </a:ext>
                  </a:extLst>
                </p:cNvPr>
                <p:cNvSpPr txBox="1"/>
                <p:nvPr/>
              </p:nvSpPr>
              <p:spPr>
                <a:xfrm>
                  <a:off x="9388306" y="2434108"/>
                  <a:ext cx="5998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C238BC32-9812-967B-1108-1CCBA091DDF0}"/>
                  </a:ext>
                </a:extLst>
              </p:cNvPr>
              <p:cNvGrpSpPr/>
              <p:nvPr/>
            </p:nvGrpSpPr>
            <p:grpSpPr>
              <a:xfrm>
                <a:off x="5221951" y="1390518"/>
                <a:ext cx="1166044" cy="1097611"/>
                <a:chOff x="9048451" y="1705829"/>
                <a:chExt cx="1166044" cy="1097611"/>
              </a:xfrm>
            </p:grpSpPr>
            <p:sp>
              <p:nvSpPr>
                <p:cNvPr id="15" name="육각형 14">
                  <a:extLst>
                    <a:ext uri="{FF2B5EF4-FFF2-40B4-BE49-F238E27FC236}">
                      <a16:creationId xmlns:a16="http://schemas.microsoft.com/office/drawing/2014/main" id="{801CFB1C-5A78-3360-6B23-1CF80EF5A4C6}"/>
                    </a:ext>
                  </a:extLst>
                </p:cNvPr>
                <p:cNvSpPr/>
                <p:nvPr/>
              </p:nvSpPr>
              <p:spPr>
                <a:xfrm>
                  <a:off x="9048451" y="1798230"/>
                  <a:ext cx="1166044" cy="1005210"/>
                </a:xfrm>
                <a:prstGeom prst="hexag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다이아몬드 15">
                  <a:extLst>
                    <a:ext uri="{FF2B5EF4-FFF2-40B4-BE49-F238E27FC236}">
                      <a16:creationId xmlns:a16="http://schemas.microsoft.com/office/drawing/2014/main" id="{1DB20244-373F-3B38-865B-FFAE70D3878C}"/>
                    </a:ext>
                  </a:extLst>
                </p:cNvPr>
                <p:cNvSpPr/>
                <p:nvPr/>
              </p:nvSpPr>
              <p:spPr>
                <a:xfrm>
                  <a:off x="9352108" y="1705829"/>
                  <a:ext cx="558730" cy="558730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444500" contourW="4445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FB6B895-6D2A-24AD-CE9F-ED051480A5E0}"/>
                    </a:ext>
                  </a:extLst>
                </p:cNvPr>
                <p:cNvSpPr txBox="1"/>
                <p:nvPr/>
              </p:nvSpPr>
              <p:spPr>
                <a:xfrm>
                  <a:off x="9331551" y="2434108"/>
                  <a:ext cx="5998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FF81A408-1B39-0A10-8E77-352C51CBBDE8}"/>
                  </a:ext>
                </a:extLst>
              </p:cNvPr>
              <p:cNvGrpSpPr/>
              <p:nvPr/>
            </p:nvGrpSpPr>
            <p:grpSpPr>
              <a:xfrm>
                <a:off x="6837701" y="1390518"/>
                <a:ext cx="1166044" cy="1097611"/>
                <a:chOff x="9338529" y="1705829"/>
                <a:chExt cx="1166044" cy="1097611"/>
              </a:xfrm>
            </p:grpSpPr>
            <p:sp>
              <p:nvSpPr>
                <p:cNvPr id="19" name="육각형 18">
                  <a:extLst>
                    <a:ext uri="{FF2B5EF4-FFF2-40B4-BE49-F238E27FC236}">
                      <a16:creationId xmlns:a16="http://schemas.microsoft.com/office/drawing/2014/main" id="{A783D7EF-6A77-0973-49EA-96EE3B3E55F5}"/>
                    </a:ext>
                  </a:extLst>
                </p:cNvPr>
                <p:cNvSpPr/>
                <p:nvPr/>
              </p:nvSpPr>
              <p:spPr>
                <a:xfrm>
                  <a:off x="9338529" y="1798230"/>
                  <a:ext cx="1166044" cy="1005210"/>
                </a:xfrm>
                <a:prstGeom prst="hexag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" name="다이아몬드 19">
                  <a:extLst>
                    <a:ext uri="{FF2B5EF4-FFF2-40B4-BE49-F238E27FC236}">
                      <a16:creationId xmlns:a16="http://schemas.microsoft.com/office/drawing/2014/main" id="{40E23BB0-3BC1-5631-FF86-5E8085C7C312}"/>
                    </a:ext>
                  </a:extLst>
                </p:cNvPr>
                <p:cNvSpPr/>
                <p:nvPr/>
              </p:nvSpPr>
              <p:spPr>
                <a:xfrm>
                  <a:off x="9642186" y="1705829"/>
                  <a:ext cx="558730" cy="558730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444500" contourW="4445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D677005-28AA-14D6-90E2-FEBE45A4C62F}"/>
                    </a:ext>
                  </a:extLst>
                </p:cNvPr>
                <p:cNvSpPr txBox="1"/>
                <p:nvPr/>
              </p:nvSpPr>
              <p:spPr>
                <a:xfrm>
                  <a:off x="9621629" y="2434108"/>
                  <a:ext cx="5998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E6489DCE-0519-DC16-F788-2EF712688B6C}"/>
                  </a:ext>
                </a:extLst>
              </p:cNvPr>
              <p:cNvSpPr/>
              <p:nvPr/>
            </p:nvSpPr>
            <p:spPr>
              <a:xfrm>
                <a:off x="4364590" y="955750"/>
                <a:ext cx="3240000" cy="353479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Namespace : lea, pod 8</a:t>
                </a:r>
                <a:r>
                  <a:rPr lang="ko-KR" altLang="en-US" dirty="0"/>
                  <a:t>개</a:t>
                </a: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CC8FBE02-ECCC-4E00-5C63-EDF753DE4E54}"/>
                </a:ext>
              </a:extLst>
            </p:cNvPr>
            <p:cNvGrpSpPr/>
            <p:nvPr/>
          </p:nvGrpSpPr>
          <p:grpSpPr>
            <a:xfrm>
              <a:off x="3846785" y="4452180"/>
              <a:ext cx="4250384" cy="1705470"/>
              <a:chOff x="3840479" y="955750"/>
              <a:chExt cx="4250384" cy="1705470"/>
            </a:xfrm>
          </p:grpSpPr>
          <p:sp>
            <p:nvSpPr>
              <p:cNvPr id="40" name="사각형: 둥근 모서리 39">
                <a:extLst>
                  <a:ext uri="{FF2B5EF4-FFF2-40B4-BE49-F238E27FC236}">
                    <a16:creationId xmlns:a16="http://schemas.microsoft.com/office/drawing/2014/main" id="{3861E384-745A-1AE4-221A-29ECEEECEDE6}"/>
                  </a:ext>
                </a:extLst>
              </p:cNvPr>
              <p:cNvSpPr/>
              <p:nvPr/>
            </p:nvSpPr>
            <p:spPr>
              <a:xfrm>
                <a:off x="3840479" y="1090974"/>
                <a:ext cx="4250384" cy="1570246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C3B1337B-DCF1-F99A-E553-8B948DA6DECC}"/>
                  </a:ext>
                </a:extLst>
              </p:cNvPr>
              <p:cNvGrpSpPr/>
              <p:nvPr/>
            </p:nvGrpSpPr>
            <p:grpSpPr>
              <a:xfrm>
                <a:off x="4047625" y="1390518"/>
                <a:ext cx="1166044" cy="1097611"/>
                <a:chOff x="9199796" y="1705829"/>
                <a:chExt cx="1166044" cy="1097611"/>
              </a:xfrm>
            </p:grpSpPr>
            <p:sp>
              <p:nvSpPr>
                <p:cNvPr id="51" name="육각형 50">
                  <a:extLst>
                    <a:ext uri="{FF2B5EF4-FFF2-40B4-BE49-F238E27FC236}">
                      <a16:creationId xmlns:a16="http://schemas.microsoft.com/office/drawing/2014/main" id="{C5619233-6900-1177-17EB-2DA2E1FFFD67}"/>
                    </a:ext>
                  </a:extLst>
                </p:cNvPr>
                <p:cNvSpPr/>
                <p:nvPr/>
              </p:nvSpPr>
              <p:spPr>
                <a:xfrm>
                  <a:off x="9199796" y="1798230"/>
                  <a:ext cx="1166044" cy="1005210"/>
                </a:xfrm>
                <a:prstGeom prst="hexag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다이아몬드 51">
                  <a:extLst>
                    <a:ext uri="{FF2B5EF4-FFF2-40B4-BE49-F238E27FC236}">
                      <a16:creationId xmlns:a16="http://schemas.microsoft.com/office/drawing/2014/main" id="{FF8E4237-B86A-2964-8E5E-252C490468E6}"/>
                    </a:ext>
                  </a:extLst>
                </p:cNvPr>
                <p:cNvSpPr/>
                <p:nvPr/>
              </p:nvSpPr>
              <p:spPr>
                <a:xfrm>
                  <a:off x="9503453" y="1705829"/>
                  <a:ext cx="558730" cy="558730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444500" contourW="4445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1507B4F-3BEF-A039-18E9-2A394FACAD76}"/>
                    </a:ext>
                  </a:extLst>
                </p:cNvPr>
                <p:cNvSpPr txBox="1"/>
                <p:nvPr/>
              </p:nvSpPr>
              <p:spPr>
                <a:xfrm>
                  <a:off x="9482896" y="2434108"/>
                  <a:ext cx="5998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C69029D5-FF5D-C6E5-AA5D-42477315417A}"/>
                  </a:ext>
                </a:extLst>
              </p:cNvPr>
              <p:cNvGrpSpPr/>
              <p:nvPr/>
            </p:nvGrpSpPr>
            <p:grpSpPr>
              <a:xfrm>
                <a:off x="6661735" y="1390518"/>
                <a:ext cx="1166044" cy="1097611"/>
                <a:chOff x="10488235" y="1705829"/>
                <a:chExt cx="1166044" cy="1097611"/>
              </a:xfrm>
            </p:grpSpPr>
            <p:sp>
              <p:nvSpPr>
                <p:cNvPr id="48" name="육각형 47">
                  <a:extLst>
                    <a:ext uri="{FF2B5EF4-FFF2-40B4-BE49-F238E27FC236}">
                      <a16:creationId xmlns:a16="http://schemas.microsoft.com/office/drawing/2014/main" id="{DE59CD59-A8C0-81D2-43E6-CD2E9CB15BDD}"/>
                    </a:ext>
                  </a:extLst>
                </p:cNvPr>
                <p:cNvSpPr/>
                <p:nvPr/>
              </p:nvSpPr>
              <p:spPr>
                <a:xfrm>
                  <a:off x="10488235" y="1798230"/>
                  <a:ext cx="1166044" cy="1005210"/>
                </a:xfrm>
                <a:prstGeom prst="hexag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9" name="다이아몬드 48">
                  <a:extLst>
                    <a:ext uri="{FF2B5EF4-FFF2-40B4-BE49-F238E27FC236}">
                      <a16:creationId xmlns:a16="http://schemas.microsoft.com/office/drawing/2014/main" id="{2513D3F6-EE7F-8418-5AD5-C18849D0398A}"/>
                    </a:ext>
                  </a:extLst>
                </p:cNvPr>
                <p:cNvSpPr/>
                <p:nvPr/>
              </p:nvSpPr>
              <p:spPr>
                <a:xfrm>
                  <a:off x="10791892" y="1705829"/>
                  <a:ext cx="558730" cy="558730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444500" contourW="4445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54B76C9-504B-A078-B3B5-1BB9DB4BD267}"/>
                    </a:ext>
                  </a:extLst>
                </p:cNvPr>
                <p:cNvSpPr txBox="1"/>
                <p:nvPr/>
              </p:nvSpPr>
              <p:spPr>
                <a:xfrm>
                  <a:off x="10771335" y="2434108"/>
                  <a:ext cx="5998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44" name="사각형: 둥근 모서리 43">
                <a:extLst>
                  <a:ext uri="{FF2B5EF4-FFF2-40B4-BE49-F238E27FC236}">
                    <a16:creationId xmlns:a16="http://schemas.microsoft.com/office/drawing/2014/main" id="{B6FBD46F-F94A-4C59-87F1-81371FBEA4FE}"/>
                  </a:ext>
                </a:extLst>
              </p:cNvPr>
              <p:cNvSpPr/>
              <p:nvPr/>
            </p:nvSpPr>
            <p:spPr>
              <a:xfrm>
                <a:off x="4364590" y="955750"/>
                <a:ext cx="3240000" cy="353479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Namespace : </a:t>
                </a:r>
                <a:r>
                  <a:rPr lang="en-US" altLang="ko-KR" dirty="0" err="1"/>
                  <a:t>cul</a:t>
                </a:r>
                <a:r>
                  <a:rPr lang="en-US" altLang="ko-KR" dirty="0"/>
                  <a:t>, pod 2</a:t>
                </a:r>
                <a:r>
                  <a:rPr lang="ko-KR" altLang="en-US" dirty="0"/>
                  <a:t>개</a:t>
                </a: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10DF56D-B99C-ABF5-49DB-D102CA47FD35}"/>
                </a:ext>
              </a:extLst>
            </p:cNvPr>
            <p:cNvSpPr txBox="1"/>
            <p:nvPr/>
          </p:nvSpPr>
          <p:spPr>
            <a:xfrm>
              <a:off x="6424874" y="1522995"/>
              <a:ext cx="432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〮〮〮</a:t>
              </a: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0FCA87F3-33C1-8782-3A79-C38CBB4FD9C1}"/>
                </a:ext>
              </a:extLst>
            </p:cNvPr>
            <p:cNvGrpSpPr/>
            <p:nvPr/>
          </p:nvGrpSpPr>
          <p:grpSpPr>
            <a:xfrm>
              <a:off x="3846785" y="2588335"/>
              <a:ext cx="4250384" cy="1705470"/>
              <a:chOff x="3840479" y="955750"/>
              <a:chExt cx="4250384" cy="1705470"/>
            </a:xfrm>
          </p:grpSpPr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10BF5154-39DD-4BA5-51F2-691EE7D973DF}"/>
                  </a:ext>
                </a:extLst>
              </p:cNvPr>
              <p:cNvSpPr/>
              <p:nvPr/>
            </p:nvSpPr>
            <p:spPr>
              <a:xfrm>
                <a:off x="3840479" y="1090974"/>
                <a:ext cx="4250384" cy="1570246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0B1C3A1C-4B75-ED48-9549-154B83597E97}"/>
                  </a:ext>
                </a:extLst>
              </p:cNvPr>
              <p:cNvGrpSpPr/>
              <p:nvPr/>
            </p:nvGrpSpPr>
            <p:grpSpPr>
              <a:xfrm>
                <a:off x="3953035" y="1390518"/>
                <a:ext cx="1166044" cy="1097611"/>
                <a:chOff x="9105206" y="1705829"/>
                <a:chExt cx="1166044" cy="1097611"/>
              </a:xfrm>
            </p:grpSpPr>
            <p:sp>
              <p:nvSpPr>
                <p:cNvPr id="68" name="육각형 67">
                  <a:extLst>
                    <a:ext uri="{FF2B5EF4-FFF2-40B4-BE49-F238E27FC236}">
                      <a16:creationId xmlns:a16="http://schemas.microsoft.com/office/drawing/2014/main" id="{38402341-FCA9-F56F-2339-C19864F74A20}"/>
                    </a:ext>
                  </a:extLst>
                </p:cNvPr>
                <p:cNvSpPr/>
                <p:nvPr/>
              </p:nvSpPr>
              <p:spPr>
                <a:xfrm>
                  <a:off x="9105206" y="1798230"/>
                  <a:ext cx="1166044" cy="1005210"/>
                </a:xfrm>
                <a:prstGeom prst="hexag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9" name="다이아몬드 68">
                  <a:extLst>
                    <a:ext uri="{FF2B5EF4-FFF2-40B4-BE49-F238E27FC236}">
                      <a16:creationId xmlns:a16="http://schemas.microsoft.com/office/drawing/2014/main" id="{08B1D19A-6871-4615-89F8-6DDFBBCD53D6}"/>
                    </a:ext>
                  </a:extLst>
                </p:cNvPr>
                <p:cNvSpPr/>
                <p:nvPr/>
              </p:nvSpPr>
              <p:spPr>
                <a:xfrm>
                  <a:off x="9408863" y="1705829"/>
                  <a:ext cx="558730" cy="558730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444500" contourW="4445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02104661-1D91-366C-12E1-B3E2512F0C2B}"/>
                    </a:ext>
                  </a:extLst>
                </p:cNvPr>
                <p:cNvSpPr txBox="1"/>
                <p:nvPr/>
              </p:nvSpPr>
              <p:spPr>
                <a:xfrm>
                  <a:off x="9388306" y="2434108"/>
                  <a:ext cx="5998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ED4B6C99-8EE0-99A1-A53C-8C01B337FBCF}"/>
                  </a:ext>
                </a:extLst>
              </p:cNvPr>
              <p:cNvGrpSpPr/>
              <p:nvPr/>
            </p:nvGrpSpPr>
            <p:grpSpPr>
              <a:xfrm>
                <a:off x="5221951" y="1390518"/>
                <a:ext cx="1166044" cy="1097611"/>
                <a:chOff x="9048451" y="1705829"/>
                <a:chExt cx="1166044" cy="1097611"/>
              </a:xfrm>
            </p:grpSpPr>
            <p:sp>
              <p:nvSpPr>
                <p:cNvPr id="65" name="육각형 64">
                  <a:extLst>
                    <a:ext uri="{FF2B5EF4-FFF2-40B4-BE49-F238E27FC236}">
                      <a16:creationId xmlns:a16="http://schemas.microsoft.com/office/drawing/2014/main" id="{C77ED28A-1A0A-B17C-6C52-1265B8C912FB}"/>
                    </a:ext>
                  </a:extLst>
                </p:cNvPr>
                <p:cNvSpPr/>
                <p:nvPr/>
              </p:nvSpPr>
              <p:spPr>
                <a:xfrm>
                  <a:off x="9048451" y="1798230"/>
                  <a:ext cx="1166044" cy="1005210"/>
                </a:xfrm>
                <a:prstGeom prst="hexag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6" name="다이아몬드 65">
                  <a:extLst>
                    <a:ext uri="{FF2B5EF4-FFF2-40B4-BE49-F238E27FC236}">
                      <a16:creationId xmlns:a16="http://schemas.microsoft.com/office/drawing/2014/main" id="{7FADF2DB-4B28-626A-DB27-2DCDFC0A8276}"/>
                    </a:ext>
                  </a:extLst>
                </p:cNvPr>
                <p:cNvSpPr/>
                <p:nvPr/>
              </p:nvSpPr>
              <p:spPr>
                <a:xfrm>
                  <a:off x="9352108" y="1705829"/>
                  <a:ext cx="558730" cy="558730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444500" contourW="4445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3446312A-7F45-D935-385E-62B297D9BAA4}"/>
                    </a:ext>
                  </a:extLst>
                </p:cNvPr>
                <p:cNvSpPr txBox="1"/>
                <p:nvPr/>
              </p:nvSpPr>
              <p:spPr>
                <a:xfrm>
                  <a:off x="9331551" y="2434108"/>
                  <a:ext cx="5998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5DFE947C-2272-6E24-794A-D7DD3491A533}"/>
                  </a:ext>
                </a:extLst>
              </p:cNvPr>
              <p:cNvGrpSpPr/>
              <p:nvPr/>
            </p:nvGrpSpPr>
            <p:grpSpPr>
              <a:xfrm>
                <a:off x="6837701" y="1390518"/>
                <a:ext cx="1166044" cy="1097611"/>
                <a:chOff x="9338529" y="1705829"/>
                <a:chExt cx="1166044" cy="1097611"/>
              </a:xfrm>
            </p:grpSpPr>
            <p:sp>
              <p:nvSpPr>
                <p:cNvPr id="62" name="육각형 61">
                  <a:extLst>
                    <a:ext uri="{FF2B5EF4-FFF2-40B4-BE49-F238E27FC236}">
                      <a16:creationId xmlns:a16="http://schemas.microsoft.com/office/drawing/2014/main" id="{5127B98D-9F8B-3DBD-B4BB-BC5D4D7AD938}"/>
                    </a:ext>
                  </a:extLst>
                </p:cNvPr>
                <p:cNvSpPr/>
                <p:nvPr/>
              </p:nvSpPr>
              <p:spPr>
                <a:xfrm>
                  <a:off x="9338529" y="1798230"/>
                  <a:ext cx="1166044" cy="1005210"/>
                </a:xfrm>
                <a:prstGeom prst="hexag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3" name="다이아몬드 62">
                  <a:extLst>
                    <a:ext uri="{FF2B5EF4-FFF2-40B4-BE49-F238E27FC236}">
                      <a16:creationId xmlns:a16="http://schemas.microsoft.com/office/drawing/2014/main" id="{058B6E19-C7D5-3C69-71D2-C65A728AC340}"/>
                    </a:ext>
                  </a:extLst>
                </p:cNvPr>
                <p:cNvSpPr/>
                <p:nvPr/>
              </p:nvSpPr>
              <p:spPr>
                <a:xfrm>
                  <a:off x="9642186" y="1705829"/>
                  <a:ext cx="558730" cy="558730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444500" contourW="4445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AD2063B-6285-6FFB-E172-CB28026634C0}"/>
                    </a:ext>
                  </a:extLst>
                </p:cNvPr>
                <p:cNvSpPr txBox="1"/>
                <p:nvPr/>
              </p:nvSpPr>
              <p:spPr>
                <a:xfrm>
                  <a:off x="9621629" y="2434108"/>
                  <a:ext cx="5998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61" name="사각형: 둥근 모서리 60">
                <a:extLst>
                  <a:ext uri="{FF2B5EF4-FFF2-40B4-BE49-F238E27FC236}">
                    <a16:creationId xmlns:a16="http://schemas.microsoft.com/office/drawing/2014/main" id="{4DD817F2-7E7C-6251-C043-52E291BB44DD}"/>
                  </a:ext>
                </a:extLst>
              </p:cNvPr>
              <p:cNvSpPr/>
              <p:nvPr/>
            </p:nvSpPr>
            <p:spPr>
              <a:xfrm>
                <a:off x="4364590" y="955750"/>
                <a:ext cx="3240000" cy="353479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Namespace : res, pod 11</a:t>
                </a:r>
                <a:r>
                  <a:rPr lang="ko-KR" altLang="en-US" dirty="0"/>
                  <a:t>개</a:t>
                </a: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56B3A0E-E081-5CC7-9F7C-AB7779496886}"/>
                </a:ext>
              </a:extLst>
            </p:cNvPr>
            <p:cNvSpPr txBox="1"/>
            <p:nvPr/>
          </p:nvSpPr>
          <p:spPr>
            <a:xfrm>
              <a:off x="6424874" y="3439360"/>
              <a:ext cx="432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〮〮〮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9822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FAD56-FFB2-F512-3943-73E857D96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8887641-1B79-6737-5180-897AC5088746}"/>
              </a:ext>
            </a:extLst>
          </p:cNvPr>
          <p:cNvSpPr/>
          <p:nvPr/>
        </p:nvSpPr>
        <p:spPr>
          <a:xfrm>
            <a:off x="3880183" y="416210"/>
            <a:ext cx="7260505" cy="6230532"/>
          </a:xfrm>
          <a:prstGeom prst="roundRect">
            <a:avLst>
              <a:gd name="adj" fmla="val 8671"/>
            </a:avLst>
          </a:prstGeom>
          <a:solidFill>
            <a:schemeClr val="bg1">
              <a:lumMod val="85000"/>
              <a:alpha val="4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470DB722-2EF6-B5FB-62EC-C24F802F20DD}"/>
              </a:ext>
            </a:extLst>
          </p:cNvPr>
          <p:cNvGrpSpPr/>
          <p:nvPr/>
        </p:nvGrpSpPr>
        <p:grpSpPr>
          <a:xfrm>
            <a:off x="4060657" y="2569560"/>
            <a:ext cx="6789093" cy="1911153"/>
            <a:chOff x="2711669" y="627700"/>
            <a:chExt cx="6477724" cy="1911153"/>
          </a:xfrm>
        </p:grpSpPr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E038AF79-EE63-F091-9250-4723902F81D7}"/>
                </a:ext>
              </a:extLst>
            </p:cNvPr>
            <p:cNvSpPr/>
            <p:nvPr/>
          </p:nvSpPr>
          <p:spPr>
            <a:xfrm>
              <a:off x="2711669" y="627700"/>
              <a:ext cx="6477724" cy="1911153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9A22E245-AD47-9A87-EDDB-921F0AC88F5E}"/>
                </a:ext>
              </a:extLst>
            </p:cNvPr>
            <p:cNvGrpSpPr/>
            <p:nvPr/>
          </p:nvGrpSpPr>
          <p:grpSpPr>
            <a:xfrm>
              <a:off x="8158250" y="1148931"/>
              <a:ext cx="954107" cy="1023924"/>
              <a:chOff x="8536618" y="1148931"/>
              <a:chExt cx="954107" cy="1023924"/>
            </a:xfrm>
          </p:grpSpPr>
          <p:sp>
            <p:nvSpPr>
              <p:cNvPr id="127" name="다이아몬드 126">
                <a:extLst>
                  <a:ext uri="{FF2B5EF4-FFF2-40B4-BE49-F238E27FC236}">
                    <a16:creationId xmlns:a16="http://schemas.microsoft.com/office/drawing/2014/main" id="{B7B063AF-2F6E-7C1C-E7B2-2509994BC114}"/>
                  </a:ext>
                </a:extLst>
              </p:cNvPr>
              <p:cNvSpPr/>
              <p:nvPr/>
            </p:nvSpPr>
            <p:spPr>
              <a:xfrm>
                <a:off x="8734306" y="1148931"/>
                <a:ext cx="558730" cy="55873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444500" contourW="44450"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7AC9AFD1-F995-585F-706E-6FDCD5433301}"/>
                  </a:ext>
                </a:extLst>
              </p:cNvPr>
              <p:cNvSpPr txBox="1"/>
              <p:nvPr/>
            </p:nvSpPr>
            <p:spPr>
              <a:xfrm>
                <a:off x="8536618" y="1911245"/>
                <a:ext cx="95410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 b="1" dirty="0">
                    <a:solidFill>
                      <a:schemeClr val="bg1"/>
                    </a:solidFill>
                  </a:rPr>
                  <a:t>Istio egress</a:t>
                </a:r>
                <a:endParaRPr lang="ko-KR" altLang="en-US" sz="11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08CE1DFB-24F3-6E5E-10B4-FFA32753CD2F}"/>
              </a:ext>
            </a:extLst>
          </p:cNvPr>
          <p:cNvGrpSpPr/>
          <p:nvPr/>
        </p:nvGrpSpPr>
        <p:grpSpPr>
          <a:xfrm>
            <a:off x="4060657" y="4511309"/>
            <a:ext cx="6789094" cy="1911153"/>
            <a:chOff x="1466144" y="627700"/>
            <a:chExt cx="7723249" cy="1911153"/>
          </a:xfrm>
        </p:grpSpPr>
        <p:sp>
          <p:nvSpPr>
            <p:cNvPr id="132" name="사각형: 둥근 모서리 131">
              <a:extLst>
                <a:ext uri="{FF2B5EF4-FFF2-40B4-BE49-F238E27FC236}">
                  <a16:creationId xmlns:a16="http://schemas.microsoft.com/office/drawing/2014/main" id="{91D07CAF-31C2-ADF6-C35F-39F44585E5BF}"/>
                </a:ext>
              </a:extLst>
            </p:cNvPr>
            <p:cNvSpPr/>
            <p:nvPr/>
          </p:nvSpPr>
          <p:spPr>
            <a:xfrm>
              <a:off x="1466144" y="627700"/>
              <a:ext cx="7723249" cy="1911153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606266E6-A26E-A32A-D3F0-893EFC9CF477}"/>
                </a:ext>
              </a:extLst>
            </p:cNvPr>
            <p:cNvGrpSpPr/>
            <p:nvPr/>
          </p:nvGrpSpPr>
          <p:grpSpPr>
            <a:xfrm>
              <a:off x="8158250" y="1148931"/>
              <a:ext cx="954107" cy="1023924"/>
              <a:chOff x="8536618" y="1148931"/>
              <a:chExt cx="954107" cy="1023924"/>
            </a:xfrm>
          </p:grpSpPr>
          <p:sp>
            <p:nvSpPr>
              <p:cNvPr id="135" name="다이아몬드 134">
                <a:extLst>
                  <a:ext uri="{FF2B5EF4-FFF2-40B4-BE49-F238E27FC236}">
                    <a16:creationId xmlns:a16="http://schemas.microsoft.com/office/drawing/2014/main" id="{1A421879-A652-DD35-EC20-0013AF6FDBB3}"/>
                  </a:ext>
                </a:extLst>
              </p:cNvPr>
              <p:cNvSpPr/>
              <p:nvPr/>
            </p:nvSpPr>
            <p:spPr>
              <a:xfrm>
                <a:off x="8734306" y="1148931"/>
                <a:ext cx="558730" cy="55873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444500" contourW="44450"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3C983CA5-4D35-EF8E-2D11-751CDED8C937}"/>
                  </a:ext>
                </a:extLst>
              </p:cNvPr>
              <p:cNvSpPr txBox="1"/>
              <p:nvPr/>
            </p:nvSpPr>
            <p:spPr>
              <a:xfrm>
                <a:off x="8536618" y="1911245"/>
                <a:ext cx="95410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 b="1" dirty="0">
                    <a:solidFill>
                      <a:schemeClr val="bg1"/>
                    </a:solidFill>
                  </a:rPr>
                  <a:t>Istio egress</a:t>
                </a:r>
                <a:endParaRPr lang="ko-KR" altLang="en-US" sz="11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5E21F25D-1943-9DF7-C027-C28CB065CCE5}"/>
              </a:ext>
            </a:extLst>
          </p:cNvPr>
          <p:cNvGrpSpPr/>
          <p:nvPr/>
        </p:nvGrpSpPr>
        <p:grpSpPr>
          <a:xfrm>
            <a:off x="4060658" y="627700"/>
            <a:ext cx="6789094" cy="1911153"/>
            <a:chOff x="2876992" y="627700"/>
            <a:chExt cx="6312401" cy="1911153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D0C903CE-7AC8-A516-465C-B5D9E5F421C3}"/>
                </a:ext>
              </a:extLst>
            </p:cNvPr>
            <p:cNvSpPr/>
            <p:nvPr/>
          </p:nvSpPr>
          <p:spPr>
            <a:xfrm>
              <a:off x="2876992" y="627700"/>
              <a:ext cx="6312401" cy="1911153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8D11C294-C223-6E1D-5529-FC92BDB5BBA1}"/>
                </a:ext>
              </a:extLst>
            </p:cNvPr>
            <p:cNvGrpSpPr/>
            <p:nvPr/>
          </p:nvGrpSpPr>
          <p:grpSpPr>
            <a:xfrm>
              <a:off x="8158250" y="1148931"/>
              <a:ext cx="954107" cy="1023924"/>
              <a:chOff x="8536618" y="1148931"/>
              <a:chExt cx="954107" cy="1023924"/>
            </a:xfrm>
          </p:grpSpPr>
          <p:sp>
            <p:nvSpPr>
              <p:cNvPr id="109" name="다이아몬드 108">
                <a:extLst>
                  <a:ext uri="{FF2B5EF4-FFF2-40B4-BE49-F238E27FC236}">
                    <a16:creationId xmlns:a16="http://schemas.microsoft.com/office/drawing/2014/main" id="{4FE33ACD-302E-6D52-7352-561771BD4D57}"/>
                  </a:ext>
                </a:extLst>
              </p:cNvPr>
              <p:cNvSpPr/>
              <p:nvPr/>
            </p:nvSpPr>
            <p:spPr>
              <a:xfrm>
                <a:off x="8734306" y="1148931"/>
                <a:ext cx="558730" cy="55873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444500" contourW="44450"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1C8DCC9E-8EA3-767E-CB2B-EEC55701D242}"/>
                  </a:ext>
                </a:extLst>
              </p:cNvPr>
              <p:cNvSpPr txBox="1"/>
              <p:nvPr/>
            </p:nvSpPr>
            <p:spPr>
              <a:xfrm>
                <a:off x="8536618" y="1911245"/>
                <a:ext cx="95410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 b="1" dirty="0">
                    <a:solidFill>
                      <a:schemeClr val="bg1"/>
                    </a:solidFill>
                  </a:rPr>
                  <a:t>Istio egress</a:t>
                </a:r>
                <a:endParaRPr lang="ko-KR" altLang="en-US" sz="11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0F72100-ECD5-B151-9FF8-7A64EF9C6B2A}"/>
              </a:ext>
            </a:extLst>
          </p:cNvPr>
          <p:cNvGrpSpPr/>
          <p:nvPr/>
        </p:nvGrpSpPr>
        <p:grpSpPr>
          <a:xfrm>
            <a:off x="5507143" y="807194"/>
            <a:ext cx="4250384" cy="1570246"/>
            <a:chOff x="3846785" y="807194"/>
            <a:chExt cx="4250384" cy="1570246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8B606042-E106-11E4-5859-B7C3D0101766}"/>
                </a:ext>
              </a:extLst>
            </p:cNvPr>
            <p:cNvSpPr/>
            <p:nvPr/>
          </p:nvSpPr>
          <p:spPr>
            <a:xfrm>
              <a:off x="3846785" y="807194"/>
              <a:ext cx="4250384" cy="1570246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9912F2B-27A0-C2BC-6754-FF32A2D2C5A3}"/>
                </a:ext>
              </a:extLst>
            </p:cNvPr>
            <p:cNvSpPr txBox="1"/>
            <p:nvPr/>
          </p:nvSpPr>
          <p:spPr>
            <a:xfrm>
              <a:off x="6424874" y="1522995"/>
              <a:ext cx="432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〮〮〮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AA13E505-DAE7-8C10-2B1D-0DE7AE690845}"/>
                </a:ext>
              </a:extLst>
            </p:cNvPr>
            <p:cNvGrpSpPr/>
            <p:nvPr/>
          </p:nvGrpSpPr>
          <p:grpSpPr>
            <a:xfrm>
              <a:off x="3917694" y="1168298"/>
              <a:ext cx="1166044" cy="1015932"/>
              <a:chOff x="10286963" y="1238502"/>
              <a:chExt cx="1166044" cy="1015932"/>
            </a:xfrm>
          </p:grpSpPr>
          <p:sp>
            <p:nvSpPr>
              <p:cNvPr id="19" name="육각형 18">
                <a:extLst>
                  <a:ext uri="{FF2B5EF4-FFF2-40B4-BE49-F238E27FC236}">
                    <a16:creationId xmlns:a16="http://schemas.microsoft.com/office/drawing/2014/main" id="{671AF38A-6F71-A9E0-E9A4-0636DED158E2}"/>
                  </a:ext>
                </a:extLst>
              </p:cNvPr>
              <p:cNvSpPr/>
              <p:nvPr/>
            </p:nvSpPr>
            <p:spPr>
              <a:xfrm>
                <a:off x="10286963" y="1249224"/>
                <a:ext cx="1166044" cy="1005210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" name="다이아몬드 1">
                <a:extLst>
                  <a:ext uri="{FF2B5EF4-FFF2-40B4-BE49-F238E27FC236}">
                    <a16:creationId xmlns:a16="http://schemas.microsoft.com/office/drawing/2014/main" id="{2B5FAD64-98A7-BDE4-CA4F-79E03CEF87D4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270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다이아몬드 2">
                <a:extLst>
                  <a:ext uri="{FF2B5EF4-FFF2-40B4-BE49-F238E27FC236}">
                    <a16:creationId xmlns:a16="http://schemas.microsoft.com/office/drawing/2014/main" id="{CD923B25-F20D-D730-9DAD-95BE35D2117F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3276B1-5851-7DCD-8278-C6812E47CF3D}"/>
                  </a:ext>
                </a:extLst>
              </p:cNvPr>
              <p:cNvSpPr txBox="1"/>
              <p:nvPr/>
            </p:nvSpPr>
            <p:spPr>
              <a:xfrm>
                <a:off x="10563650" y="1440183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App</a:t>
                </a:r>
                <a:endParaRPr lang="ko-KR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C16FEF-4491-404D-0F22-A93C617C89CC}"/>
                  </a:ext>
                </a:extLst>
              </p:cNvPr>
              <p:cNvSpPr txBox="1"/>
              <p:nvPr/>
            </p:nvSpPr>
            <p:spPr>
              <a:xfrm>
                <a:off x="10536175" y="1797232"/>
                <a:ext cx="6658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</a:rPr>
                  <a:t>proxy</a:t>
                </a:r>
                <a:endParaRPr lang="ko-KR" altLang="en-US" sz="1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030E76CD-1F7C-86D3-E01B-265C04A213E7}"/>
                </a:ext>
              </a:extLst>
            </p:cNvPr>
            <p:cNvGrpSpPr/>
            <p:nvPr/>
          </p:nvGrpSpPr>
          <p:grpSpPr>
            <a:xfrm>
              <a:off x="5219975" y="1168298"/>
              <a:ext cx="1166044" cy="1015932"/>
              <a:chOff x="10286963" y="1238502"/>
              <a:chExt cx="1166044" cy="1015932"/>
            </a:xfrm>
          </p:grpSpPr>
          <p:sp>
            <p:nvSpPr>
              <p:cNvPr id="24" name="육각형 23">
                <a:extLst>
                  <a:ext uri="{FF2B5EF4-FFF2-40B4-BE49-F238E27FC236}">
                    <a16:creationId xmlns:a16="http://schemas.microsoft.com/office/drawing/2014/main" id="{E28F1BC0-84FE-3C51-FF98-A8977A0D5A13}"/>
                  </a:ext>
                </a:extLst>
              </p:cNvPr>
              <p:cNvSpPr/>
              <p:nvPr/>
            </p:nvSpPr>
            <p:spPr>
              <a:xfrm>
                <a:off x="10286963" y="1249224"/>
                <a:ext cx="1166044" cy="1005210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다이아몬드 24">
                <a:extLst>
                  <a:ext uri="{FF2B5EF4-FFF2-40B4-BE49-F238E27FC236}">
                    <a16:creationId xmlns:a16="http://schemas.microsoft.com/office/drawing/2014/main" id="{80E5084C-C752-2AB9-0F3E-F2D0825E7E01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270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다이아몬드 25">
                <a:extLst>
                  <a:ext uri="{FF2B5EF4-FFF2-40B4-BE49-F238E27FC236}">
                    <a16:creationId xmlns:a16="http://schemas.microsoft.com/office/drawing/2014/main" id="{96EE1D86-D4BE-7F0E-CF6E-F850ACE503CA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E272962-6874-DD90-A106-0235B5FD3FFE}"/>
                  </a:ext>
                </a:extLst>
              </p:cNvPr>
              <p:cNvSpPr txBox="1"/>
              <p:nvPr/>
            </p:nvSpPr>
            <p:spPr>
              <a:xfrm>
                <a:off x="10563650" y="1440183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App</a:t>
                </a:r>
                <a:endParaRPr lang="ko-KR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F186C53-6684-52A9-DA55-B6097DA395B8}"/>
                  </a:ext>
                </a:extLst>
              </p:cNvPr>
              <p:cNvSpPr txBox="1"/>
              <p:nvPr/>
            </p:nvSpPr>
            <p:spPr>
              <a:xfrm>
                <a:off x="10536175" y="1797232"/>
                <a:ext cx="6658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</a:rPr>
                  <a:t>proxy</a:t>
                </a:r>
                <a:endParaRPr lang="ko-KR" altLang="en-US" sz="1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528ECC9-538D-AA87-A22A-11930A329C62}"/>
                </a:ext>
              </a:extLst>
            </p:cNvPr>
            <p:cNvGrpSpPr/>
            <p:nvPr/>
          </p:nvGrpSpPr>
          <p:grpSpPr>
            <a:xfrm>
              <a:off x="6848115" y="1168298"/>
              <a:ext cx="1166044" cy="1015932"/>
              <a:chOff x="10286963" y="1238502"/>
              <a:chExt cx="1166044" cy="1015932"/>
            </a:xfrm>
          </p:grpSpPr>
          <p:sp>
            <p:nvSpPr>
              <p:cNvPr id="30" name="육각형 29">
                <a:extLst>
                  <a:ext uri="{FF2B5EF4-FFF2-40B4-BE49-F238E27FC236}">
                    <a16:creationId xmlns:a16="http://schemas.microsoft.com/office/drawing/2014/main" id="{F4CC4CEF-B955-F70F-CE9C-345ACE30669F}"/>
                  </a:ext>
                </a:extLst>
              </p:cNvPr>
              <p:cNvSpPr/>
              <p:nvPr/>
            </p:nvSpPr>
            <p:spPr>
              <a:xfrm>
                <a:off x="10286963" y="1249224"/>
                <a:ext cx="1166044" cy="1005210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다이아몬드 30">
                <a:extLst>
                  <a:ext uri="{FF2B5EF4-FFF2-40B4-BE49-F238E27FC236}">
                    <a16:creationId xmlns:a16="http://schemas.microsoft.com/office/drawing/2014/main" id="{B8886854-C656-0297-E4B5-FE1B21E1673C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270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다이아몬드 31">
                <a:extLst>
                  <a:ext uri="{FF2B5EF4-FFF2-40B4-BE49-F238E27FC236}">
                    <a16:creationId xmlns:a16="http://schemas.microsoft.com/office/drawing/2014/main" id="{A746BD39-1FA8-85EE-65BC-C25A39CD79C5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9847112-C2B6-A573-6837-6198140AFA85}"/>
                  </a:ext>
                </a:extLst>
              </p:cNvPr>
              <p:cNvSpPr txBox="1"/>
              <p:nvPr/>
            </p:nvSpPr>
            <p:spPr>
              <a:xfrm>
                <a:off x="10563650" y="1440183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App</a:t>
                </a:r>
                <a:endParaRPr lang="ko-KR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555A9FA-3732-21DA-DAED-91A0E94E75B7}"/>
                  </a:ext>
                </a:extLst>
              </p:cNvPr>
              <p:cNvSpPr txBox="1"/>
              <p:nvPr/>
            </p:nvSpPr>
            <p:spPr>
              <a:xfrm>
                <a:off x="10536175" y="1797232"/>
                <a:ext cx="6658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</a:rPr>
                  <a:t>proxy</a:t>
                </a:r>
                <a:endParaRPr lang="ko-KR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C0ABAACF-E501-BDBB-2C5E-D9C2F578EB61}"/>
              </a:ext>
            </a:extLst>
          </p:cNvPr>
          <p:cNvGrpSpPr/>
          <p:nvPr/>
        </p:nvGrpSpPr>
        <p:grpSpPr>
          <a:xfrm>
            <a:off x="5507143" y="2765074"/>
            <a:ext cx="4250384" cy="1570246"/>
            <a:chOff x="3846785" y="807194"/>
            <a:chExt cx="4250384" cy="1570246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88415A52-2255-35F8-3048-91192C2D500B}"/>
                </a:ext>
              </a:extLst>
            </p:cNvPr>
            <p:cNvSpPr/>
            <p:nvPr/>
          </p:nvSpPr>
          <p:spPr>
            <a:xfrm>
              <a:off x="3846785" y="807194"/>
              <a:ext cx="4250384" cy="1570246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68B7C19-6A26-9AAE-4F87-24F2DFDBF12E}"/>
                </a:ext>
              </a:extLst>
            </p:cNvPr>
            <p:cNvSpPr txBox="1"/>
            <p:nvPr/>
          </p:nvSpPr>
          <p:spPr>
            <a:xfrm>
              <a:off x="6424874" y="1522995"/>
              <a:ext cx="432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〮〮〮</a:t>
              </a: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0FEC93E0-4421-1EA2-9A0F-AB05FCDDFA4B}"/>
                </a:ext>
              </a:extLst>
            </p:cNvPr>
            <p:cNvGrpSpPr/>
            <p:nvPr/>
          </p:nvGrpSpPr>
          <p:grpSpPr>
            <a:xfrm>
              <a:off x="3917694" y="1168298"/>
              <a:ext cx="1166044" cy="1015932"/>
              <a:chOff x="10286963" y="1238502"/>
              <a:chExt cx="1166044" cy="1015932"/>
            </a:xfrm>
          </p:grpSpPr>
          <p:sp>
            <p:nvSpPr>
              <p:cNvPr id="82" name="육각형 81">
                <a:extLst>
                  <a:ext uri="{FF2B5EF4-FFF2-40B4-BE49-F238E27FC236}">
                    <a16:creationId xmlns:a16="http://schemas.microsoft.com/office/drawing/2014/main" id="{6DD55788-6406-760E-EED4-8777F17C1FC8}"/>
                  </a:ext>
                </a:extLst>
              </p:cNvPr>
              <p:cNvSpPr/>
              <p:nvPr/>
            </p:nvSpPr>
            <p:spPr>
              <a:xfrm>
                <a:off x="10286963" y="1249224"/>
                <a:ext cx="1166044" cy="1005210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다이아몬드 82">
                <a:extLst>
                  <a:ext uri="{FF2B5EF4-FFF2-40B4-BE49-F238E27FC236}">
                    <a16:creationId xmlns:a16="http://schemas.microsoft.com/office/drawing/2014/main" id="{16363E03-F0ED-F0EE-2AD3-C53624E4BE8A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270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다이아몬드 83">
                <a:extLst>
                  <a:ext uri="{FF2B5EF4-FFF2-40B4-BE49-F238E27FC236}">
                    <a16:creationId xmlns:a16="http://schemas.microsoft.com/office/drawing/2014/main" id="{7800EBBD-62B2-E39C-4253-54CDBF4AFC49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A7B6CC0-9878-19B6-ADCB-4C7EB38E2917}"/>
                  </a:ext>
                </a:extLst>
              </p:cNvPr>
              <p:cNvSpPr txBox="1"/>
              <p:nvPr/>
            </p:nvSpPr>
            <p:spPr>
              <a:xfrm>
                <a:off x="10563650" y="1440183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App</a:t>
                </a:r>
                <a:endParaRPr lang="ko-KR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37C98D7-9A51-5A6D-B8CC-79B535A4D5EC}"/>
                  </a:ext>
                </a:extLst>
              </p:cNvPr>
              <p:cNvSpPr txBox="1"/>
              <p:nvPr/>
            </p:nvSpPr>
            <p:spPr>
              <a:xfrm>
                <a:off x="10536175" y="1797232"/>
                <a:ext cx="6658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</a:rPr>
                  <a:t>proxy</a:t>
                </a:r>
                <a:endParaRPr lang="ko-KR" altLang="en-US" sz="1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C0F74C3B-9356-CD34-84F9-3A898B1BF66B}"/>
                </a:ext>
              </a:extLst>
            </p:cNvPr>
            <p:cNvGrpSpPr/>
            <p:nvPr/>
          </p:nvGrpSpPr>
          <p:grpSpPr>
            <a:xfrm>
              <a:off x="5219975" y="1168298"/>
              <a:ext cx="1166044" cy="1015932"/>
              <a:chOff x="10286963" y="1238502"/>
              <a:chExt cx="1166044" cy="1015932"/>
            </a:xfrm>
          </p:grpSpPr>
          <p:sp>
            <p:nvSpPr>
              <p:cNvPr id="77" name="육각형 76">
                <a:extLst>
                  <a:ext uri="{FF2B5EF4-FFF2-40B4-BE49-F238E27FC236}">
                    <a16:creationId xmlns:a16="http://schemas.microsoft.com/office/drawing/2014/main" id="{44F8CCB7-9D83-FB0E-E966-73238545AF57}"/>
                  </a:ext>
                </a:extLst>
              </p:cNvPr>
              <p:cNvSpPr/>
              <p:nvPr/>
            </p:nvSpPr>
            <p:spPr>
              <a:xfrm>
                <a:off x="10286963" y="1249224"/>
                <a:ext cx="1166044" cy="1005210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다이아몬드 77">
                <a:extLst>
                  <a:ext uri="{FF2B5EF4-FFF2-40B4-BE49-F238E27FC236}">
                    <a16:creationId xmlns:a16="http://schemas.microsoft.com/office/drawing/2014/main" id="{32815E8D-1C4C-131B-E7DE-60F96403EA52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270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" name="다이아몬드 78">
                <a:extLst>
                  <a:ext uri="{FF2B5EF4-FFF2-40B4-BE49-F238E27FC236}">
                    <a16:creationId xmlns:a16="http://schemas.microsoft.com/office/drawing/2014/main" id="{E2C2E719-6096-D88B-3F41-CA1799E11BFC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61DC7BB-5B25-4163-99DF-857CDDB7D470}"/>
                  </a:ext>
                </a:extLst>
              </p:cNvPr>
              <p:cNvSpPr txBox="1"/>
              <p:nvPr/>
            </p:nvSpPr>
            <p:spPr>
              <a:xfrm>
                <a:off x="10563650" y="1440183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App</a:t>
                </a:r>
                <a:endParaRPr lang="ko-KR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2A2F228-2BC2-61BA-0DB0-7E73CC5861B0}"/>
                  </a:ext>
                </a:extLst>
              </p:cNvPr>
              <p:cNvSpPr txBox="1"/>
              <p:nvPr/>
            </p:nvSpPr>
            <p:spPr>
              <a:xfrm>
                <a:off x="10536175" y="1797232"/>
                <a:ext cx="6658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</a:rPr>
                  <a:t>proxy</a:t>
                </a:r>
                <a:endParaRPr lang="ko-KR" altLang="en-US" sz="1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BD26225-7F4F-95CF-3BF2-35D2B9DD3232}"/>
                </a:ext>
              </a:extLst>
            </p:cNvPr>
            <p:cNvGrpSpPr/>
            <p:nvPr/>
          </p:nvGrpSpPr>
          <p:grpSpPr>
            <a:xfrm>
              <a:off x="6848115" y="1168298"/>
              <a:ext cx="1166044" cy="1015932"/>
              <a:chOff x="10286963" y="1238502"/>
              <a:chExt cx="1166044" cy="1015932"/>
            </a:xfrm>
          </p:grpSpPr>
          <p:sp>
            <p:nvSpPr>
              <p:cNvPr id="47" name="육각형 46">
                <a:extLst>
                  <a:ext uri="{FF2B5EF4-FFF2-40B4-BE49-F238E27FC236}">
                    <a16:creationId xmlns:a16="http://schemas.microsoft.com/office/drawing/2014/main" id="{8D71D50C-0A27-5FCB-3B1F-00CD84EF3088}"/>
                  </a:ext>
                </a:extLst>
              </p:cNvPr>
              <p:cNvSpPr/>
              <p:nvPr/>
            </p:nvSpPr>
            <p:spPr>
              <a:xfrm>
                <a:off x="10286963" y="1249224"/>
                <a:ext cx="1166044" cy="1005210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다이아몬드 72">
                <a:extLst>
                  <a:ext uri="{FF2B5EF4-FFF2-40B4-BE49-F238E27FC236}">
                    <a16:creationId xmlns:a16="http://schemas.microsoft.com/office/drawing/2014/main" id="{EBEC80F3-10BD-2F1A-B8B3-777895BFA9C2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270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다이아몬드 73">
                <a:extLst>
                  <a:ext uri="{FF2B5EF4-FFF2-40B4-BE49-F238E27FC236}">
                    <a16:creationId xmlns:a16="http://schemas.microsoft.com/office/drawing/2014/main" id="{03A5B3E3-0190-9944-5DB1-E127384473E3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D28556D-A733-BF55-7964-A63571423835}"/>
                  </a:ext>
                </a:extLst>
              </p:cNvPr>
              <p:cNvSpPr txBox="1"/>
              <p:nvPr/>
            </p:nvSpPr>
            <p:spPr>
              <a:xfrm>
                <a:off x="10563650" y="1440183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App</a:t>
                </a:r>
                <a:endParaRPr lang="ko-KR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5E4EC8D-2760-D9F0-58D2-D7807D6C59D8}"/>
                  </a:ext>
                </a:extLst>
              </p:cNvPr>
              <p:cNvSpPr txBox="1"/>
              <p:nvPr/>
            </p:nvSpPr>
            <p:spPr>
              <a:xfrm>
                <a:off x="10536175" y="1797232"/>
                <a:ext cx="6658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</a:rPr>
                  <a:t>proxy</a:t>
                </a:r>
                <a:endParaRPr lang="ko-KR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0586E85A-EA79-F85D-5F83-A48D1795DB08}"/>
              </a:ext>
            </a:extLst>
          </p:cNvPr>
          <p:cNvSpPr/>
          <p:nvPr/>
        </p:nvSpPr>
        <p:spPr>
          <a:xfrm>
            <a:off x="6068008" y="2625653"/>
            <a:ext cx="3240000" cy="35347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Namespace : res, pod 11</a:t>
            </a:r>
            <a:r>
              <a:rPr lang="ko-KR" altLang="en-US" sz="1200" dirty="0"/>
              <a:t>개</a:t>
            </a:r>
            <a:r>
              <a:rPr lang="en-US" altLang="ko-KR" sz="1200" dirty="0"/>
              <a:t>, container 22</a:t>
            </a:r>
            <a:r>
              <a:rPr lang="ko-KR" altLang="en-US" sz="1200" dirty="0"/>
              <a:t>개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CF188D3-FB41-C8F5-C778-A7F76A6453B6}"/>
              </a:ext>
            </a:extLst>
          </p:cNvPr>
          <p:cNvSpPr/>
          <p:nvPr/>
        </p:nvSpPr>
        <p:spPr>
          <a:xfrm>
            <a:off x="6068008" y="671970"/>
            <a:ext cx="3240000" cy="35347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Namespace : lea, pod 8</a:t>
            </a:r>
            <a:r>
              <a:rPr lang="ko-KR" altLang="en-US" sz="1200" dirty="0"/>
              <a:t>개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en-US" altLang="ko-KR" sz="1200" dirty="0"/>
              <a:t>container 16</a:t>
            </a:r>
            <a:r>
              <a:rPr lang="ko-KR" altLang="en-US" sz="1200" dirty="0"/>
              <a:t>개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9F98B23F-0D18-5265-20AB-93BC1817478F}"/>
              </a:ext>
            </a:extLst>
          </p:cNvPr>
          <p:cNvGrpSpPr/>
          <p:nvPr/>
        </p:nvGrpSpPr>
        <p:grpSpPr>
          <a:xfrm>
            <a:off x="5507143" y="4660054"/>
            <a:ext cx="4250384" cy="1570246"/>
            <a:chOff x="3846785" y="807194"/>
            <a:chExt cx="4250384" cy="1570246"/>
          </a:xfrm>
        </p:grpSpPr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BAA6E325-8157-11B7-F4C1-B06243E92FDF}"/>
                </a:ext>
              </a:extLst>
            </p:cNvPr>
            <p:cNvSpPr/>
            <p:nvPr/>
          </p:nvSpPr>
          <p:spPr>
            <a:xfrm>
              <a:off x="3846785" y="807194"/>
              <a:ext cx="4250384" cy="1570246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E7494E86-32D5-AAFA-06E5-9D74C7899A63}"/>
                </a:ext>
              </a:extLst>
            </p:cNvPr>
            <p:cNvGrpSpPr/>
            <p:nvPr/>
          </p:nvGrpSpPr>
          <p:grpSpPr>
            <a:xfrm>
              <a:off x="3917694" y="1168298"/>
              <a:ext cx="1166044" cy="1015932"/>
              <a:chOff x="10286963" y="1238502"/>
              <a:chExt cx="1166044" cy="1015932"/>
            </a:xfrm>
          </p:grpSpPr>
          <p:sp>
            <p:nvSpPr>
              <p:cNvPr id="103" name="육각형 102">
                <a:extLst>
                  <a:ext uri="{FF2B5EF4-FFF2-40B4-BE49-F238E27FC236}">
                    <a16:creationId xmlns:a16="http://schemas.microsoft.com/office/drawing/2014/main" id="{A612A87B-A8BB-9E52-C481-B047FF95247A}"/>
                  </a:ext>
                </a:extLst>
              </p:cNvPr>
              <p:cNvSpPr/>
              <p:nvPr/>
            </p:nvSpPr>
            <p:spPr>
              <a:xfrm>
                <a:off x="10286963" y="1249224"/>
                <a:ext cx="1166044" cy="1005210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다이아몬드 103">
                <a:extLst>
                  <a:ext uri="{FF2B5EF4-FFF2-40B4-BE49-F238E27FC236}">
                    <a16:creationId xmlns:a16="http://schemas.microsoft.com/office/drawing/2014/main" id="{9FBEE486-4E8D-6C5F-C297-606D45BDB62D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270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다이아몬드 104">
                <a:extLst>
                  <a:ext uri="{FF2B5EF4-FFF2-40B4-BE49-F238E27FC236}">
                    <a16:creationId xmlns:a16="http://schemas.microsoft.com/office/drawing/2014/main" id="{B425FF6C-F23D-1BC7-DE5F-98ED766021EC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915D26C3-840C-0143-7788-CFB71C025DBD}"/>
                  </a:ext>
                </a:extLst>
              </p:cNvPr>
              <p:cNvSpPr txBox="1"/>
              <p:nvPr/>
            </p:nvSpPr>
            <p:spPr>
              <a:xfrm>
                <a:off x="10563650" y="1440183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App</a:t>
                </a:r>
                <a:endParaRPr lang="ko-KR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61ED5F1-07B4-6F33-E90E-20B94444B03D}"/>
                  </a:ext>
                </a:extLst>
              </p:cNvPr>
              <p:cNvSpPr txBox="1"/>
              <p:nvPr/>
            </p:nvSpPr>
            <p:spPr>
              <a:xfrm>
                <a:off x="10536175" y="1797232"/>
                <a:ext cx="6658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</a:rPr>
                  <a:t>proxy</a:t>
                </a:r>
                <a:endParaRPr lang="ko-KR" altLang="en-US" sz="1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2093A05F-7816-1353-AC1C-3DB62F018A34}"/>
                </a:ext>
              </a:extLst>
            </p:cNvPr>
            <p:cNvGrpSpPr/>
            <p:nvPr/>
          </p:nvGrpSpPr>
          <p:grpSpPr>
            <a:xfrm>
              <a:off x="6848115" y="1168298"/>
              <a:ext cx="1166044" cy="1015932"/>
              <a:chOff x="10286963" y="1238502"/>
              <a:chExt cx="1166044" cy="1015932"/>
            </a:xfrm>
          </p:grpSpPr>
          <p:sp>
            <p:nvSpPr>
              <p:cNvPr id="93" name="육각형 92">
                <a:extLst>
                  <a:ext uri="{FF2B5EF4-FFF2-40B4-BE49-F238E27FC236}">
                    <a16:creationId xmlns:a16="http://schemas.microsoft.com/office/drawing/2014/main" id="{8D0D4CC5-2E1B-684F-22A5-52E569DFBA5E}"/>
                  </a:ext>
                </a:extLst>
              </p:cNvPr>
              <p:cNvSpPr/>
              <p:nvPr/>
            </p:nvSpPr>
            <p:spPr>
              <a:xfrm>
                <a:off x="10286963" y="1249224"/>
                <a:ext cx="1166044" cy="1005210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4" name="다이아몬드 93">
                <a:extLst>
                  <a:ext uri="{FF2B5EF4-FFF2-40B4-BE49-F238E27FC236}">
                    <a16:creationId xmlns:a16="http://schemas.microsoft.com/office/drawing/2014/main" id="{2059474D-7C72-75A6-1376-32359164BE85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270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다이아몬드 94">
                <a:extLst>
                  <a:ext uri="{FF2B5EF4-FFF2-40B4-BE49-F238E27FC236}">
                    <a16:creationId xmlns:a16="http://schemas.microsoft.com/office/drawing/2014/main" id="{2B19AB0C-02B5-E10D-186B-9AA32CB8E55D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23A8D81-BBB7-BE6F-9516-DC280449329A}"/>
                  </a:ext>
                </a:extLst>
              </p:cNvPr>
              <p:cNvSpPr txBox="1"/>
              <p:nvPr/>
            </p:nvSpPr>
            <p:spPr>
              <a:xfrm>
                <a:off x="10563650" y="1440183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App</a:t>
                </a:r>
                <a:endParaRPr lang="ko-KR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C9A6AA6-9029-E822-61E2-1CFAA4E91D25}"/>
                  </a:ext>
                </a:extLst>
              </p:cNvPr>
              <p:cNvSpPr txBox="1"/>
              <p:nvPr/>
            </p:nvSpPr>
            <p:spPr>
              <a:xfrm>
                <a:off x="10536175" y="1797232"/>
                <a:ext cx="6658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</a:rPr>
                  <a:t>proxy</a:t>
                </a:r>
                <a:endParaRPr lang="ko-KR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C2FEB74A-44BC-177A-CC6D-B7E89CEA7958}"/>
              </a:ext>
            </a:extLst>
          </p:cNvPr>
          <p:cNvSpPr/>
          <p:nvPr/>
        </p:nvSpPr>
        <p:spPr>
          <a:xfrm>
            <a:off x="6068008" y="4570415"/>
            <a:ext cx="3240000" cy="35347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Namespace : </a:t>
            </a:r>
            <a:r>
              <a:rPr lang="en-US" altLang="ko-KR" sz="1200" dirty="0" err="1"/>
              <a:t>cul</a:t>
            </a:r>
            <a:r>
              <a:rPr lang="en-US" altLang="ko-KR" sz="1200" dirty="0"/>
              <a:t>, pod 2</a:t>
            </a:r>
            <a:r>
              <a:rPr lang="ko-KR" altLang="en-US" sz="1200" dirty="0"/>
              <a:t>개</a:t>
            </a:r>
            <a:r>
              <a:rPr lang="en-US" altLang="ko-KR" sz="1200" dirty="0"/>
              <a:t>, container 4</a:t>
            </a:r>
            <a:r>
              <a:rPr lang="ko-KR" altLang="en-US" sz="1200" dirty="0"/>
              <a:t>개</a:t>
            </a: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0F30638D-17F5-E07D-060B-82D20D47A8BB}"/>
              </a:ext>
            </a:extLst>
          </p:cNvPr>
          <p:cNvGrpSpPr/>
          <p:nvPr/>
        </p:nvGrpSpPr>
        <p:grpSpPr>
          <a:xfrm>
            <a:off x="4181167" y="1168451"/>
            <a:ext cx="1298753" cy="1054217"/>
            <a:chOff x="2513314" y="1025449"/>
            <a:chExt cx="1298753" cy="1054217"/>
          </a:xfrm>
        </p:grpSpPr>
        <p:sp>
          <p:nvSpPr>
            <p:cNvPr id="15" name="다이아몬드 14">
              <a:extLst>
                <a:ext uri="{FF2B5EF4-FFF2-40B4-BE49-F238E27FC236}">
                  <a16:creationId xmlns:a16="http://schemas.microsoft.com/office/drawing/2014/main" id="{EEB03B98-B708-FD50-0338-0DE5D9C98E18}"/>
                </a:ext>
              </a:extLst>
            </p:cNvPr>
            <p:cNvSpPr/>
            <p:nvPr/>
          </p:nvSpPr>
          <p:spPr>
            <a:xfrm>
              <a:off x="2853670" y="1025449"/>
              <a:ext cx="558730" cy="55873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18000000" lon="0" rev="0"/>
              </a:camera>
              <a:lightRig rig="threePt" dir="t"/>
            </a:scene3d>
            <a:sp3d extrusionH="444500" contourW="44450"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7576DF0-68D9-C5E4-905F-67D3484F9578}"/>
                </a:ext>
              </a:extLst>
            </p:cNvPr>
            <p:cNvSpPr txBox="1"/>
            <p:nvPr/>
          </p:nvSpPr>
          <p:spPr>
            <a:xfrm>
              <a:off x="2513314" y="1818056"/>
              <a:ext cx="129875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solidFill>
                    <a:schemeClr val="bg1"/>
                  </a:solidFill>
                </a:rPr>
                <a:t>Istio LEA ingress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360B39D-9788-6D12-FD88-C76DF7477B33}"/>
              </a:ext>
            </a:extLst>
          </p:cNvPr>
          <p:cNvGrpSpPr/>
          <p:nvPr/>
        </p:nvGrpSpPr>
        <p:grpSpPr>
          <a:xfrm>
            <a:off x="4205339" y="3112396"/>
            <a:ext cx="1300356" cy="1054217"/>
            <a:chOff x="2701697" y="2655966"/>
            <a:chExt cx="1300356" cy="1054217"/>
          </a:xfrm>
        </p:grpSpPr>
        <p:sp>
          <p:nvSpPr>
            <p:cNvPr id="13" name="다이아몬드 12">
              <a:extLst>
                <a:ext uri="{FF2B5EF4-FFF2-40B4-BE49-F238E27FC236}">
                  <a16:creationId xmlns:a16="http://schemas.microsoft.com/office/drawing/2014/main" id="{0A8B8620-5F9D-BDFE-086D-F5260AA4DC80}"/>
                </a:ext>
              </a:extLst>
            </p:cNvPr>
            <p:cNvSpPr/>
            <p:nvPr/>
          </p:nvSpPr>
          <p:spPr>
            <a:xfrm>
              <a:off x="3047663" y="2655966"/>
              <a:ext cx="558730" cy="55873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18000000" lon="0" rev="0"/>
              </a:camera>
              <a:lightRig rig="threePt" dir="t"/>
            </a:scene3d>
            <a:sp3d extrusionH="444500" contourW="44450"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88292B-5554-1EDB-C989-4EBA86485A2F}"/>
                </a:ext>
              </a:extLst>
            </p:cNvPr>
            <p:cNvSpPr txBox="1"/>
            <p:nvPr/>
          </p:nvSpPr>
          <p:spPr>
            <a:xfrm>
              <a:off x="2701697" y="3448573"/>
              <a:ext cx="13003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solidFill>
                    <a:schemeClr val="bg1"/>
                  </a:solidFill>
                </a:rPr>
                <a:t>Istio RES ingress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32298DF4-879E-A68C-17F9-4BFA1D9105DA}"/>
              </a:ext>
            </a:extLst>
          </p:cNvPr>
          <p:cNvGrpSpPr/>
          <p:nvPr/>
        </p:nvGrpSpPr>
        <p:grpSpPr>
          <a:xfrm>
            <a:off x="4214699" y="5064161"/>
            <a:ext cx="1316386" cy="1054217"/>
            <a:chOff x="2513314" y="5095058"/>
            <a:chExt cx="1316386" cy="1054217"/>
          </a:xfrm>
        </p:grpSpPr>
        <p:sp>
          <p:nvSpPr>
            <p:cNvPr id="17" name="다이아몬드 16">
              <a:extLst>
                <a:ext uri="{FF2B5EF4-FFF2-40B4-BE49-F238E27FC236}">
                  <a16:creationId xmlns:a16="http://schemas.microsoft.com/office/drawing/2014/main" id="{94214DFC-758D-AD18-9B1C-221792036503}"/>
                </a:ext>
              </a:extLst>
            </p:cNvPr>
            <p:cNvSpPr/>
            <p:nvPr/>
          </p:nvSpPr>
          <p:spPr>
            <a:xfrm>
              <a:off x="2856876" y="5095058"/>
              <a:ext cx="558730" cy="55873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18000000" lon="0" rev="0"/>
              </a:camera>
              <a:lightRig rig="threePt" dir="t"/>
            </a:scene3d>
            <a:sp3d extrusionH="444500" contourW="44450"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47EB716-8733-1D3F-43D2-2B8F1ED8502E}"/>
                </a:ext>
              </a:extLst>
            </p:cNvPr>
            <p:cNvSpPr txBox="1"/>
            <p:nvPr/>
          </p:nvSpPr>
          <p:spPr>
            <a:xfrm>
              <a:off x="2513314" y="5887665"/>
              <a:ext cx="13163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solidFill>
                    <a:schemeClr val="bg1"/>
                  </a:solidFill>
                </a:rPr>
                <a:t>Istio CUL ingress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2613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7DEA2-9746-0952-0165-E766D3737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EF00147-7DFB-0C28-43DD-04DAF6B86425}"/>
              </a:ext>
            </a:extLst>
          </p:cNvPr>
          <p:cNvSpPr/>
          <p:nvPr/>
        </p:nvSpPr>
        <p:spPr>
          <a:xfrm>
            <a:off x="4366135" y="435538"/>
            <a:ext cx="5692265" cy="6230532"/>
          </a:xfrm>
          <a:prstGeom prst="roundRect">
            <a:avLst>
              <a:gd name="adj" fmla="val 8671"/>
            </a:avLst>
          </a:prstGeom>
          <a:solidFill>
            <a:schemeClr val="bg1">
              <a:lumMod val="85000"/>
              <a:alpha val="4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2E7950BD-C105-995F-EE79-D9814593A30C}"/>
              </a:ext>
            </a:extLst>
          </p:cNvPr>
          <p:cNvSpPr/>
          <p:nvPr/>
        </p:nvSpPr>
        <p:spPr>
          <a:xfrm>
            <a:off x="4728410" y="2569560"/>
            <a:ext cx="5005137" cy="191115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232C4DF4-A190-FB5C-645D-CF75B4C6BD46}"/>
              </a:ext>
            </a:extLst>
          </p:cNvPr>
          <p:cNvSpPr/>
          <p:nvPr/>
        </p:nvSpPr>
        <p:spPr>
          <a:xfrm>
            <a:off x="4728410" y="4511309"/>
            <a:ext cx="5005137" cy="191115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09EB517-4F98-5BBA-708D-5994E4C7AFD1}"/>
              </a:ext>
            </a:extLst>
          </p:cNvPr>
          <p:cNvSpPr/>
          <p:nvPr/>
        </p:nvSpPr>
        <p:spPr>
          <a:xfrm>
            <a:off x="4728410" y="636623"/>
            <a:ext cx="5005137" cy="191115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74CBC96-F7E3-E3C7-21C3-B83462E5D578}"/>
              </a:ext>
            </a:extLst>
          </p:cNvPr>
          <p:cNvGrpSpPr/>
          <p:nvPr/>
        </p:nvGrpSpPr>
        <p:grpSpPr>
          <a:xfrm>
            <a:off x="5146196" y="807194"/>
            <a:ext cx="4250384" cy="1570246"/>
            <a:chOff x="3846785" y="807194"/>
            <a:chExt cx="4250384" cy="1570246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0AEBCC28-3FE0-ABB2-27BE-FE336096AD50}"/>
                </a:ext>
              </a:extLst>
            </p:cNvPr>
            <p:cNvSpPr/>
            <p:nvPr/>
          </p:nvSpPr>
          <p:spPr>
            <a:xfrm>
              <a:off x="3846785" y="807194"/>
              <a:ext cx="4250384" cy="1570246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A2BC7C3-C275-041B-2EE3-4B06F322AD18}"/>
                </a:ext>
              </a:extLst>
            </p:cNvPr>
            <p:cNvSpPr txBox="1"/>
            <p:nvPr/>
          </p:nvSpPr>
          <p:spPr>
            <a:xfrm>
              <a:off x="6424874" y="1522995"/>
              <a:ext cx="432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〮〮〮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EB3F13A9-339A-19DC-FEF0-13BEFBAEDA0D}"/>
                </a:ext>
              </a:extLst>
            </p:cNvPr>
            <p:cNvGrpSpPr/>
            <p:nvPr/>
          </p:nvGrpSpPr>
          <p:grpSpPr>
            <a:xfrm>
              <a:off x="3917694" y="1168298"/>
              <a:ext cx="1166044" cy="1015932"/>
              <a:chOff x="10286963" y="1238502"/>
              <a:chExt cx="1166044" cy="1015932"/>
            </a:xfrm>
          </p:grpSpPr>
          <p:sp>
            <p:nvSpPr>
              <p:cNvPr id="19" name="육각형 18">
                <a:extLst>
                  <a:ext uri="{FF2B5EF4-FFF2-40B4-BE49-F238E27FC236}">
                    <a16:creationId xmlns:a16="http://schemas.microsoft.com/office/drawing/2014/main" id="{2F05C7C4-2136-4590-3C1C-16B42855DC74}"/>
                  </a:ext>
                </a:extLst>
              </p:cNvPr>
              <p:cNvSpPr/>
              <p:nvPr/>
            </p:nvSpPr>
            <p:spPr>
              <a:xfrm>
                <a:off x="10286963" y="1249224"/>
                <a:ext cx="1166044" cy="1005210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" name="다이아몬드 1">
                <a:extLst>
                  <a:ext uri="{FF2B5EF4-FFF2-40B4-BE49-F238E27FC236}">
                    <a16:creationId xmlns:a16="http://schemas.microsoft.com/office/drawing/2014/main" id="{AA1E3473-8E91-6E61-7CE7-2D32034E5419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270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다이아몬드 2">
                <a:extLst>
                  <a:ext uri="{FF2B5EF4-FFF2-40B4-BE49-F238E27FC236}">
                    <a16:creationId xmlns:a16="http://schemas.microsoft.com/office/drawing/2014/main" id="{44618175-FFA4-F587-12A0-B9A5D8975F86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316D09D-77CF-7E98-2D24-7BB6A7B2D92B}"/>
                  </a:ext>
                </a:extLst>
              </p:cNvPr>
              <p:cNvSpPr txBox="1"/>
              <p:nvPr/>
            </p:nvSpPr>
            <p:spPr>
              <a:xfrm>
                <a:off x="10563650" y="1440183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App</a:t>
                </a:r>
                <a:endParaRPr lang="ko-KR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CB30BE-E1F5-59BB-27BD-0B941C1033FF}"/>
                  </a:ext>
                </a:extLst>
              </p:cNvPr>
              <p:cNvSpPr txBox="1"/>
              <p:nvPr/>
            </p:nvSpPr>
            <p:spPr>
              <a:xfrm>
                <a:off x="10536175" y="1797232"/>
                <a:ext cx="6658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</a:rPr>
                  <a:t>proxy</a:t>
                </a:r>
                <a:endParaRPr lang="ko-KR" altLang="en-US" sz="1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FB2F3FB6-BED0-8C29-2558-E3FDC6975855}"/>
                </a:ext>
              </a:extLst>
            </p:cNvPr>
            <p:cNvGrpSpPr/>
            <p:nvPr/>
          </p:nvGrpSpPr>
          <p:grpSpPr>
            <a:xfrm>
              <a:off x="5219975" y="1168298"/>
              <a:ext cx="1166044" cy="1015932"/>
              <a:chOff x="10286963" y="1238502"/>
              <a:chExt cx="1166044" cy="1015932"/>
            </a:xfrm>
          </p:grpSpPr>
          <p:sp>
            <p:nvSpPr>
              <p:cNvPr id="24" name="육각형 23">
                <a:extLst>
                  <a:ext uri="{FF2B5EF4-FFF2-40B4-BE49-F238E27FC236}">
                    <a16:creationId xmlns:a16="http://schemas.microsoft.com/office/drawing/2014/main" id="{379C4A7A-F8B6-1085-F806-109284B65000}"/>
                  </a:ext>
                </a:extLst>
              </p:cNvPr>
              <p:cNvSpPr/>
              <p:nvPr/>
            </p:nvSpPr>
            <p:spPr>
              <a:xfrm>
                <a:off x="10286963" y="1249224"/>
                <a:ext cx="1166044" cy="1005210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다이아몬드 24">
                <a:extLst>
                  <a:ext uri="{FF2B5EF4-FFF2-40B4-BE49-F238E27FC236}">
                    <a16:creationId xmlns:a16="http://schemas.microsoft.com/office/drawing/2014/main" id="{F7F05164-599E-F177-9EEE-09AFAE5BCC6B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270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다이아몬드 25">
                <a:extLst>
                  <a:ext uri="{FF2B5EF4-FFF2-40B4-BE49-F238E27FC236}">
                    <a16:creationId xmlns:a16="http://schemas.microsoft.com/office/drawing/2014/main" id="{918E0B0F-E9A2-DF0F-0845-97757B917E7B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8B1BBCE-F1AC-73E0-F4FF-5A429324909D}"/>
                  </a:ext>
                </a:extLst>
              </p:cNvPr>
              <p:cNvSpPr txBox="1"/>
              <p:nvPr/>
            </p:nvSpPr>
            <p:spPr>
              <a:xfrm>
                <a:off x="10563650" y="1440183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App</a:t>
                </a:r>
                <a:endParaRPr lang="ko-KR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B93A66D-FCFD-965A-2BE7-02CC721332F9}"/>
                  </a:ext>
                </a:extLst>
              </p:cNvPr>
              <p:cNvSpPr txBox="1"/>
              <p:nvPr/>
            </p:nvSpPr>
            <p:spPr>
              <a:xfrm>
                <a:off x="10536175" y="1797232"/>
                <a:ext cx="6658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</a:rPr>
                  <a:t>proxy</a:t>
                </a:r>
                <a:endParaRPr lang="ko-KR" altLang="en-US" sz="1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5E2EB5C7-AA49-89DC-B6C9-99853BC615B3}"/>
                </a:ext>
              </a:extLst>
            </p:cNvPr>
            <p:cNvGrpSpPr/>
            <p:nvPr/>
          </p:nvGrpSpPr>
          <p:grpSpPr>
            <a:xfrm>
              <a:off x="6848115" y="1168298"/>
              <a:ext cx="1166044" cy="1015932"/>
              <a:chOff x="10286963" y="1238502"/>
              <a:chExt cx="1166044" cy="1015932"/>
            </a:xfrm>
          </p:grpSpPr>
          <p:sp>
            <p:nvSpPr>
              <p:cNvPr id="30" name="육각형 29">
                <a:extLst>
                  <a:ext uri="{FF2B5EF4-FFF2-40B4-BE49-F238E27FC236}">
                    <a16:creationId xmlns:a16="http://schemas.microsoft.com/office/drawing/2014/main" id="{317A9B60-AA8D-97CC-B113-A7006C1D2ECD}"/>
                  </a:ext>
                </a:extLst>
              </p:cNvPr>
              <p:cNvSpPr/>
              <p:nvPr/>
            </p:nvSpPr>
            <p:spPr>
              <a:xfrm>
                <a:off x="10286963" y="1249224"/>
                <a:ext cx="1166044" cy="1005210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다이아몬드 30">
                <a:extLst>
                  <a:ext uri="{FF2B5EF4-FFF2-40B4-BE49-F238E27FC236}">
                    <a16:creationId xmlns:a16="http://schemas.microsoft.com/office/drawing/2014/main" id="{20D50D29-FF52-9CF3-70D1-15CDD448CC7D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270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다이아몬드 31">
                <a:extLst>
                  <a:ext uri="{FF2B5EF4-FFF2-40B4-BE49-F238E27FC236}">
                    <a16:creationId xmlns:a16="http://schemas.microsoft.com/office/drawing/2014/main" id="{C9C9256C-4AF9-6F70-48FD-F6906878FF9E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C852650-5E8A-5C56-F03D-3369C878C5EF}"/>
                  </a:ext>
                </a:extLst>
              </p:cNvPr>
              <p:cNvSpPr txBox="1"/>
              <p:nvPr/>
            </p:nvSpPr>
            <p:spPr>
              <a:xfrm>
                <a:off x="10563650" y="1440183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App</a:t>
                </a:r>
                <a:endParaRPr lang="ko-KR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598CB88-95E3-8443-9183-63E2FFCD223B}"/>
                  </a:ext>
                </a:extLst>
              </p:cNvPr>
              <p:cNvSpPr txBox="1"/>
              <p:nvPr/>
            </p:nvSpPr>
            <p:spPr>
              <a:xfrm>
                <a:off x="10536175" y="1797232"/>
                <a:ext cx="6658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</a:rPr>
                  <a:t>proxy</a:t>
                </a:r>
                <a:endParaRPr lang="ko-KR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7801280-BCC9-4E60-B0E7-5FCB8A6496EA}"/>
              </a:ext>
            </a:extLst>
          </p:cNvPr>
          <p:cNvGrpSpPr/>
          <p:nvPr/>
        </p:nvGrpSpPr>
        <p:grpSpPr>
          <a:xfrm>
            <a:off x="5146196" y="2765074"/>
            <a:ext cx="4250384" cy="1570246"/>
            <a:chOff x="3846785" y="807194"/>
            <a:chExt cx="4250384" cy="1570246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60AA006F-9331-B91A-34EA-C325E6578198}"/>
                </a:ext>
              </a:extLst>
            </p:cNvPr>
            <p:cNvSpPr/>
            <p:nvPr/>
          </p:nvSpPr>
          <p:spPr>
            <a:xfrm>
              <a:off x="3846785" y="807194"/>
              <a:ext cx="4250384" cy="1570246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6536AB6-E640-1EA6-861D-F7F67DF5799C}"/>
                </a:ext>
              </a:extLst>
            </p:cNvPr>
            <p:cNvSpPr txBox="1"/>
            <p:nvPr/>
          </p:nvSpPr>
          <p:spPr>
            <a:xfrm>
              <a:off x="6424874" y="1522995"/>
              <a:ext cx="432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〮〮〮</a:t>
              </a: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DEBF79B1-B638-13FD-8C3C-996FC02105F3}"/>
                </a:ext>
              </a:extLst>
            </p:cNvPr>
            <p:cNvGrpSpPr/>
            <p:nvPr/>
          </p:nvGrpSpPr>
          <p:grpSpPr>
            <a:xfrm>
              <a:off x="3917694" y="1168298"/>
              <a:ext cx="1166044" cy="1015932"/>
              <a:chOff x="10286963" y="1238502"/>
              <a:chExt cx="1166044" cy="1015932"/>
            </a:xfrm>
          </p:grpSpPr>
          <p:sp>
            <p:nvSpPr>
              <p:cNvPr id="82" name="육각형 81">
                <a:extLst>
                  <a:ext uri="{FF2B5EF4-FFF2-40B4-BE49-F238E27FC236}">
                    <a16:creationId xmlns:a16="http://schemas.microsoft.com/office/drawing/2014/main" id="{2F3842A7-1AC3-F556-BDDA-3D7EE09886ED}"/>
                  </a:ext>
                </a:extLst>
              </p:cNvPr>
              <p:cNvSpPr/>
              <p:nvPr/>
            </p:nvSpPr>
            <p:spPr>
              <a:xfrm>
                <a:off x="10286963" y="1249224"/>
                <a:ext cx="1166044" cy="1005210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다이아몬드 82">
                <a:extLst>
                  <a:ext uri="{FF2B5EF4-FFF2-40B4-BE49-F238E27FC236}">
                    <a16:creationId xmlns:a16="http://schemas.microsoft.com/office/drawing/2014/main" id="{341E1EBD-2350-47F7-93A1-F1AEE71E37A8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270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다이아몬드 83">
                <a:extLst>
                  <a:ext uri="{FF2B5EF4-FFF2-40B4-BE49-F238E27FC236}">
                    <a16:creationId xmlns:a16="http://schemas.microsoft.com/office/drawing/2014/main" id="{DD312AEC-19C0-E47B-980A-984D898B6175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CD6A5BF-1D81-5F9A-3CD4-8EBB7F768C54}"/>
                  </a:ext>
                </a:extLst>
              </p:cNvPr>
              <p:cNvSpPr txBox="1"/>
              <p:nvPr/>
            </p:nvSpPr>
            <p:spPr>
              <a:xfrm>
                <a:off x="10563650" y="1440183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App</a:t>
                </a:r>
                <a:endParaRPr lang="ko-KR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E784B7A-75A2-889C-1070-994D170A9263}"/>
                  </a:ext>
                </a:extLst>
              </p:cNvPr>
              <p:cNvSpPr txBox="1"/>
              <p:nvPr/>
            </p:nvSpPr>
            <p:spPr>
              <a:xfrm>
                <a:off x="10536175" y="1797232"/>
                <a:ext cx="6658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</a:rPr>
                  <a:t>proxy</a:t>
                </a:r>
                <a:endParaRPr lang="ko-KR" altLang="en-US" sz="1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C02EC623-C7F3-6C79-87A2-33401F628252}"/>
                </a:ext>
              </a:extLst>
            </p:cNvPr>
            <p:cNvGrpSpPr/>
            <p:nvPr/>
          </p:nvGrpSpPr>
          <p:grpSpPr>
            <a:xfrm>
              <a:off x="5219975" y="1168298"/>
              <a:ext cx="1166044" cy="1015932"/>
              <a:chOff x="10286963" y="1238502"/>
              <a:chExt cx="1166044" cy="1015932"/>
            </a:xfrm>
          </p:grpSpPr>
          <p:sp>
            <p:nvSpPr>
              <p:cNvPr id="77" name="육각형 76">
                <a:extLst>
                  <a:ext uri="{FF2B5EF4-FFF2-40B4-BE49-F238E27FC236}">
                    <a16:creationId xmlns:a16="http://schemas.microsoft.com/office/drawing/2014/main" id="{2C92B5BA-5965-3FCB-DE40-FFB448AA4C57}"/>
                  </a:ext>
                </a:extLst>
              </p:cNvPr>
              <p:cNvSpPr/>
              <p:nvPr/>
            </p:nvSpPr>
            <p:spPr>
              <a:xfrm>
                <a:off x="10286963" y="1249224"/>
                <a:ext cx="1166044" cy="1005210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다이아몬드 77">
                <a:extLst>
                  <a:ext uri="{FF2B5EF4-FFF2-40B4-BE49-F238E27FC236}">
                    <a16:creationId xmlns:a16="http://schemas.microsoft.com/office/drawing/2014/main" id="{9B0C91C4-2D92-83C9-3A7F-3479AD7EB7A5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270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" name="다이아몬드 78">
                <a:extLst>
                  <a:ext uri="{FF2B5EF4-FFF2-40B4-BE49-F238E27FC236}">
                    <a16:creationId xmlns:a16="http://schemas.microsoft.com/office/drawing/2014/main" id="{88F2E597-B782-1F22-BB46-B7239376820B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AE83B7E-C143-5DF3-6E9D-BAEB1B7B779A}"/>
                  </a:ext>
                </a:extLst>
              </p:cNvPr>
              <p:cNvSpPr txBox="1"/>
              <p:nvPr/>
            </p:nvSpPr>
            <p:spPr>
              <a:xfrm>
                <a:off x="10563650" y="1440183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App</a:t>
                </a:r>
                <a:endParaRPr lang="ko-KR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2947125-6D51-EE89-EFA3-40537483C134}"/>
                  </a:ext>
                </a:extLst>
              </p:cNvPr>
              <p:cNvSpPr txBox="1"/>
              <p:nvPr/>
            </p:nvSpPr>
            <p:spPr>
              <a:xfrm>
                <a:off x="10536175" y="1797232"/>
                <a:ext cx="6658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</a:rPr>
                  <a:t>proxy</a:t>
                </a:r>
                <a:endParaRPr lang="ko-KR" altLang="en-US" sz="1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2130B64-DF46-FEC6-B090-A0525FDF74F5}"/>
                </a:ext>
              </a:extLst>
            </p:cNvPr>
            <p:cNvGrpSpPr/>
            <p:nvPr/>
          </p:nvGrpSpPr>
          <p:grpSpPr>
            <a:xfrm>
              <a:off x="6848115" y="1168298"/>
              <a:ext cx="1166044" cy="1015932"/>
              <a:chOff x="10286963" y="1238502"/>
              <a:chExt cx="1166044" cy="1015932"/>
            </a:xfrm>
          </p:grpSpPr>
          <p:sp>
            <p:nvSpPr>
              <p:cNvPr id="47" name="육각형 46">
                <a:extLst>
                  <a:ext uri="{FF2B5EF4-FFF2-40B4-BE49-F238E27FC236}">
                    <a16:creationId xmlns:a16="http://schemas.microsoft.com/office/drawing/2014/main" id="{2D1D1CA0-1AF3-54D5-B6CE-3F4A4C3027EE}"/>
                  </a:ext>
                </a:extLst>
              </p:cNvPr>
              <p:cNvSpPr/>
              <p:nvPr/>
            </p:nvSpPr>
            <p:spPr>
              <a:xfrm>
                <a:off x="10286963" y="1249224"/>
                <a:ext cx="1166044" cy="1005210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다이아몬드 72">
                <a:extLst>
                  <a:ext uri="{FF2B5EF4-FFF2-40B4-BE49-F238E27FC236}">
                    <a16:creationId xmlns:a16="http://schemas.microsoft.com/office/drawing/2014/main" id="{D3B12C5B-D076-1ECA-75D4-DC07686D527C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270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다이아몬드 73">
                <a:extLst>
                  <a:ext uri="{FF2B5EF4-FFF2-40B4-BE49-F238E27FC236}">
                    <a16:creationId xmlns:a16="http://schemas.microsoft.com/office/drawing/2014/main" id="{53C504E1-A0B3-46AD-5832-AB6D860DE71E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82E7E39-6221-B596-F5C0-D9753F2140E6}"/>
                  </a:ext>
                </a:extLst>
              </p:cNvPr>
              <p:cNvSpPr txBox="1"/>
              <p:nvPr/>
            </p:nvSpPr>
            <p:spPr>
              <a:xfrm>
                <a:off x="10563650" y="1440183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App</a:t>
                </a:r>
                <a:endParaRPr lang="ko-KR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5004230-13D4-2F3E-F38F-BAF2DC93BC1A}"/>
                  </a:ext>
                </a:extLst>
              </p:cNvPr>
              <p:cNvSpPr txBox="1"/>
              <p:nvPr/>
            </p:nvSpPr>
            <p:spPr>
              <a:xfrm>
                <a:off x="10536175" y="1797232"/>
                <a:ext cx="6658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</a:rPr>
                  <a:t>proxy</a:t>
                </a:r>
                <a:endParaRPr lang="ko-KR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48D619E6-3D16-1B44-71C9-C07CFA5202B8}"/>
              </a:ext>
            </a:extLst>
          </p:cNvPr>
          <p:cNvSpPr/>
          <p:nvPr/>
        </p:nvSpPr>
        <p:spPr>
          <a:xfrm>
            <a:off x="5707061" y="2625653"/>
            <a:ext cx="3240000" cy="35347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Namespace : res, pod 11</a:t>
            </a:r>
            <a:r>
              <a:rPr lang="ko-KR" altLang="en-US" sz="1200" dirty="0"/>
              <a:t>개</a:t>
            </a:r>
            <a:r>
              <a:rPr lang="en-US" altLang="ko-KR" sz="1200" dirty="0"/>
              <a:t>, container 22</a:t>
            </a:r>
            <a:r>
              <a:rPr lang="ko-KR" altLang="en-US" sz="1200" dirty="0"/>
              <a:t>개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E4A1D88-C9C0-794F-B35E-689CFF60C244}"/>
              </a:ext>
            </a:extLst>
          </p:cNvPr>
          <p:cNvSpPr/>
          <p:nvPr/>
        </p:nvSpPr>
        <p:spPr>
          <a:xfrm>
            <a:off x="5707061" y="671970"/>
            <a:ext cx="3240000" cy="35347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Namespace : lea, pod 8</a:t>
            </a:r>
            <a:r>
              <a:rPr lang="ko-KR" altLang="en-US" sz="1200" dirty="0"/>
              <a:t>개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en-US" altLang="ko-KR" sz="1200" dirty="0"/>
              <a:t>container 16</a:t>
            </a:r>
            <a:r>
              <a:rPr lang="ko-KR" altLang="en-US" sz="1200" dirty="0"/>
              <a:t>개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4DFB6AF9-6774-63EC-805D-1ECDD452A148}"/>
              </a:ext>
            </a:extLst>
          </p:cNvPr>
          <p:cNvGrpSpPr/>
          <p:nvPr/>
        </p:nvGrpSpPr>
        <p:grpSpPr>
          <a:xfrm>
            <a:off x="5146196" y="4660054"/>
            <a:ext cx="4250384" cy="1570246"/>
            <a:chOff x="3846785" y="807194"/>
            <a:chExt cx="4250384" cy="1570246"/>
          </a:xfrm>
        </p:grpSpPr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F0C979BE-8230-05DE-892B-5CEADD552974}"/>
                </a:ext>
              </a:extLst>
            </p:cNvPr>
            <p:cNvSpPr/>
            <p:nvPr/>
          </p:nvSpPr>
          <p:spPr>
            <a:xfrm>
              <a:off x="3846785" y="807194"/>
              <a:ext cx="4250384" cy="1570246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9C12DE1E-2ED7-9CDF-0DF8-C65D3FA160C2}"/>
                </a:ext>
              </a:extLst>
            </p:cNvPr>
            <p:cNvGrpSpPr/>
            <p:nvPr/>
          </p:nvGrpSpPr>
          <p:grpSpPr>
            <a:xfrm>
              <a:off x="3917694" y="1168298"/>
              <a:ext cx="1166044" cy="1015932"/>
              <a:chOff x="10286963" y="1238502"/>
              <a:chExt cx="1166044" cy="1015932"/>
            </a:xfrm>
          </p:grpSpPr>
          <p:sp>
            <p:nvSpPr>
              <p:cNvPr id="103" name="육각형 102">
                <a:extLst>
                  <a:ext uri="{FF2B5EF4-FFF2-40B4-BE49-F238E27FC236}">
                    <a16:creationId xmlns:a16="http://schemas.microsoft.com/office/drawing/2014/main" id="{3D7E5A01-01F3-0EF7-1280-AED4A3A0ECC6}"/>
                  </a:ext>
                </a:extLst>
              </p:cNvPr>
              <p:cNvSpPr/>
              <p:nvPr/>
            </p:nvSpPr>
            <p:spPr>
              <a:xfrm>
                <a:off x="10286963" y="1249224"/>
                <a:ext cx="1166044" cy="1005210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다이아몬드 103">
                <a:extLst>
                  <a:ext uri="{FF2B5EF4-FFF2-40B4-BE49-F238E27FC236}">
                    <a16:creationId xmlns:a16="http://schemas.microsoft.com/office/drawing/2014/main" id="{56EF7B0A-57D7-0DB2-6E3A-84387716E1F6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270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다이아몬드 104">
                <a:extLst>
                  <a:ext uri="{FF2B5EF4-FFF2-40B4-BE49-F238E27FC236}">
                    <a16:creationId xmlns:a16="http://schemas.microsoft.com/office/drawing/2014/main" id="{E2425093-7151-5730-41CE-363D89983C03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029010CD-D340-F110-BD9F-AB289972E9C6}"/>
                  </a:ext>
                </a:extLst>
              </p:cNvPr>
              <p:cNvSpPr txBox="1"/>
              <p:nvPr/>
            </p:nvSpPr>
            <p:spPr>
              <a:xfrm>
                <a:off x="10563650" y="1440183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App</a:t>
                </a:r>
                <a:endParaRPr lang="ko-KR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AA94BAA-0C71-4959-6938-00760B063220}"/>
                  </a:ext>
                </a:extLst>
              </p:cNvPr>
              <p:cNvSpPr txBox="1"/>
              <p:nvPr/>
            </p:nvSpPr>
            <p:spPr>
              <a:xfrm>
                <a:off x="10536175" y="1797232"/>
                <a:ext cx="6658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</a:rPr>
                  <a:t>proxy</a:t>
                </a:r>
                <a:endParaRPr lang="ko-KR" altLang="en-US" sz="1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14D11E9A-C619-8DCB-0111-90DB1EFA0323}"/>
                </a:ext>
              </a:extLst>
            </p:cNvPr>
            <p:cNvGrpSpPr/>
            <p:nvPr/>
          </p:nvGrpSpPr>
          <p:grpSpPr>
            <a:xfrm>
              <a:off x="6848115" y="1168298"/>
              <a:ext cx="1166044" cy="1015932"/>
              <a:chOff x="10286963" y="1238502"/>
              <a:chExt cx="1166044" cy="1015932"/>
            </a:xfrm>
          </p:grpSpPr>
          <p:sp>
            <p:nvSpPr>
              <p:cNvPr id="93" name="육각형 92">
                <a:extLst>
                  <a:ext uri="{FF2B5EF4-FFF2-40B4-BE49-F238E27FC236}">
                    <a16:creationId xmlns:a16="http://schemas.microsoft.com/office/drawing/2014/main" id="{60FEB46B-44F7-9D2A-A087-4CBE9965D210}"/>
                  </a:ext>
                </a:extLst>
              </p:cNvPr>
              <p:cNvSpPr/>
              <p:nvPr/>
            </p:nvSpPr>
            <p:spPr>
              <a:xfrm>
                <a:off x="10286963" y="1249224"/>
                <a:ext cx="1166044" cy="1005210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4" name="다이아몬드 93">
                <a:extLst>
                  <a:ext uri="{FF2B5EF4-FFF2-40B4-BE49-F238E27FC236}">
                    <a16:creationId xmlns:a16="http://schemas.microsoft.com/office/drawing/2014/main" id="{268C793E-C6AA-4C4B-6BFD-AC38C6FCA504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270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다이아몬드 94">
                <a:extLst>
                  <a:ext uri="{FF2B5EF4-FFF2-40B4-BE49-F238E27FC236}">
                    <a16:creationId xmlns:a16="http://schemas.microsoft.com/office/drawing/2014/main" id="{AE251960-71CA-99E6-3F42-8BD5F22D0CB0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EE6966C-459A-6914-7C6D-D96FD4DBB94C}"/>
                  </a:ext>
                </a:extLst>
              </p:cNvPr>
              <p:cNvSpPr txBox="1"/>
              <p:nvPr/>
            </p:nvSpPr>
            <p:spPr>
              <a:xfrm>
                <a:off x="10563650" y="1440183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App</a:t>
                </a:r>
                <a:endParaRPr lang="ko-KR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577A267-D870-46B1-4424-66C503D38E00}"/>
                  </a:ext>
                </a:extLst>
              </p:cNvPr>
              <p:cNvSpPr txBox="1"/>
              <p:nvPr/>
            </p:nvSpPr>
            <p:spPr>
              <a:xfrm>
                <a:off x="10536175" y="1797232"/>
                <a:ext cx="6658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</a:rPr>
                  <a:t>proxy</a:t>
                </a:r>
                <a:endParaRPr lang="ko-KR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82E99C6D-F28F-9DC7-F946-ACF19A875165}"/>
              </a:ext>
            </a:extLst>
          </p:cNvPr>
          <p:cNvSpPr/>
          <p:nvPr/>
        </p:nvSpPr>
        <p:spPr>
          <a:xfrm>
            <a:off x="5707061" y="4570415"/>
            <a:ext cx="3240000" cy="35347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Namespace : </a:t>
            </a:r>
            <a:r>
              <a:rPr lang="en-US" altLang="ko-KR" sz="1200" dirty="0" err="1"/>
              <a:t>cul</a:t>
            </a:r>
            <a:r>
              <a:rPr lang="en-US" altLang="ko-KR" sz="1200" dirty="0"/>
              <a:t>, pod 2</a:t>
            </a:r>
            <a:r>
              <a:rPr lang="ko-KR" altLang="en-US" sz="1200" dirty="0"/>
              <a:t>개</a:t>
            </a:r>
            <a:r>
              <a:rPr lang="en-US" altLang="ko-KR" sz="1200" dirty="0"/>
              <a:t>, container 4</a:t>
            </a:r>
            <a:r>
              <a:rPr lang="ko-KR" altLang="en-US" sz="1200" dirty="0"/>
              <a:t>개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73A72A3-E1B1-5C63-CBCD-591CB31BA1A8}"/>
              </a:ext>
            </a:extLst>
          </p:cNvPr>
          <p:cNvGrpSpPr/>
          <p:nvPr/>
        </p:nvGrpSpPr>
        <p:grpSpPr>
          <a:xfrm>
            <a:off x="1359568" y="2731052"/>
            <a:ext cx="2623690" cy="1588168"/>
            <a:chOff x="1230903" y="2756113"/>
            <a:chExt cx="2623690" cy="1588168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3340313-7428-66C0-14DF-526B8D06986E}"/>
                </a:ext>
              </a:extLst>
            </p:cNvPr>
            <p:cNvSpPr/>
            <p:nvPr/>
          </p:nvSpPr>
          <p:spPr>
            <a:xfrm>
              <a:off x="1230903" y="2756113"/>
              <a:ext cx="2623690" cy="1588168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7ED91F7-F971-71EC-6005-34F4006E8DEA}"/>
                </a:ext>
              </a:extLst>
            </p:cNvPr>
            <p:cNvSpPr txBox="1"/>
            <p:nvPr/>
          </p:nvSpPr>
          <p:spPr>
            <a:xfrm>
              <a:off x="1333698" y="3306753"/>
              <a:ext cx="1100301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/>
                <a:t>K8s</a:t>
              </a:r>
            </a:p>
            <a:p>
              <a:pPr algn="ctr"/>
              <a:r>
                <a:rPr lang="en-US" altLang="ko-KR" sz="1200" dirty="0"/>
                <a:t>Master Node</a:t>
              </a:r>
              <a:endParaRPr lang="ko-KR" altLang="en-US" sz="1200" dirty="0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070C2B59-290E-0257-72E2-C9F84B2D4AD0}"/>
                </a:ext>
              </a:extLst>
            </p:cNvPr>
            <p:cNvGrpSpPr/>
            <p:nvPr/>
          </p:nvGrpSpPr>
          <p:grpSpPr>
            <a:xfrm>
              <a:off x="2699128" y="2998027"/>
              <a:ext cx="1002197" cy="1054217"/>
              <a:chOff x="2701697" y="2655966"/>
              <a:chExt cx="1002197" cy="1054217"/>
            </a:xfrm>
          </p:grpSpPr>
          <p:sp>
            <p:nvSpPr>
              <p:cNvPr id="11" name="다이아몬드 10">
                <a:extLst>
                  <a:ext uri="{FF2B5EF4-FFF2-40B4-BE49-F238E27FC236}">
                    <a16:creationId xmlns:a16="http://schemas.microsoft.com/office/drawing/2014/main" id="{6EB58E7E-5946-5A22-2BF4-1CB75B8F64E8}"/>
                  </a:ext>
                </a:extLst>
              </p:cNvPr>
              <p:cNvSpPr/>
              <p:nvPr/>
            </p:nvSpPr>
            <p:spPr>
              <a:xfrm>
                <a:off x="2923430" y="2655966"/>
                <a:ext cx="558730" cy="55873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444500" contourW="44450"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EBB3A3-3C6F-6537-B56B-E2DCEC982D61}"/>
                  </a:ext>
                </a:extLst>
              </p:cNvPr>
              <p:cNvSpPr txBox="1"/>
              <p:nvPr/>
            </p:nvSpPr>
            <p:spPr>
              <a:xfrm>
                <a:off x="2701697" y="3448573"/>
                <a:ext cx="100219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 b="1" dirty="0"/>
                  <a:t>Istio ingress</a:t>
                </a:r>
                <a:endParaRPr lang="ko-KR" altLang="en-US" sz="1100" b="1" dirty="0"/>
              </a:p>
            </p:txBody>
          </p:sp>
        </p:grpSp>
      </p:grp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513D360C-2658-6113-9E3B-BD9FDFC78398}"/>
              </a:ext>
            </a:extLst>
          </p:cNvPr>
          <p:cNvCxnSpPr>
            <a:cxnSpLocks/>
            <a:endCxn id="54" idx="1"/>
          </p:cNvCxnSpPr>
          <p:nvPr/>
        </p:nvCxnSpPr>
        <p:spPr>
          <a:xfrm rot="5400000" flipH="1" flipV="1">
            <a:off x="3281078" y="1617814"/>
            <a:ext cx="1472946" cy="142171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0E0FD1B-DBE2-CB65-4179-B776928E69C6}"/>
              </a:ext>
            </a:extLst>
          </p:cNvPr>
          <p:cNvCxnSpPr>
            <a:cxnSpLocks/>
            <a:endCxn id="124" idx="1"/>
          </p:cNvCxnSpPr>
          <p:nvPr/>
        </p:nvCxnSpPr>
        <p:spPr>
          <a:xfrm flipV="1">
            <a:off x="3632074" y="3525137"/>
            <a:ext cx="1096336" cy="65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77186D8D-CD65-44A2-B834-57D05BCDC129}"/>
              </a:ext>
            </a:extLst>
          </p:cNvPr>
          <p:cNvCxnSpPr>
            <a:cxnSpLocks/>
            <a:endCxn id="132" idx="1"/>
          </p:cNvCxnSpPr>
          <p:nvPr/>
        </p:nvCxnSpPr>
        <p:spPr>
          <a:xfrm rot="16200000" flipH="1">
            <a:off x="3297700" y="4036175"/>
            <a:ext cx="1439701" cy="142172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819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D1BA76E-819A-4087-B444-4172992A2FBA}"/>
              </a:ext>
            </a:extLst>
          </p:cNvPr>
          <p:cNvSpPr/>
          <p:nvPr/>
        </p:nvSpPr>
        <p:spPr>
          <a:xfrm>
            <a:off x="1110028" y="164123"/>
            <a:ext cx="6124575" cy="6274778"/>
          </a:xfrm>
          <a:prstGeom prst="roundRect">
            <a:avLst>
              <a:gd name="adj" fmla="val 673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8B42426-5C19-447D-8613-DC1E7F69C835}"/>
              </a:ext>
            </a:extLst>
          </p:cNvPr>
          <p:cNvGrpSpPr/>
          <p:nvPr/>
        </p:nvGrpSpPr>
        <p:grpSpPr>
          <a:xfrm>
            <a:off x="1599100" y="574431"/>
            <a:ext cx="5146431" cy="1784866"/>
            <a:chOff x="3522784" y="574431"/>
            <a:chExt cx="5146431" cy="1784866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92F8FAD-39EF-4037-8725-DFA642EFE23C}"/>
                </a:ext>
              </a:extLst>
            </p:cNvPr>
            <p:cNvGrpSpPr/>
            <p:nvPr/>
          </p:nvGrpSpPr>
          <p:grpSpPr>
            <a:xfrm>
              <a:off x="3522784" y="797170"/>
              <a:ext cx="5146431" cy="1562127"/>
              <a:chOff x="3341077" y="1219200"/>
              <a:chExt cx="5146431" cy="1562127"/>
            </a:xfrm>
          </p:grpSpPr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D6096C65-455D-4074-8DC1-ADE56D72D9F9}"/>
                  </a:ext>
                </a:extLst>
              </p:cNvPr>
              <p:cNvSpPr/>
              <p:nvPr/>
            </p:nvSpPr>
            <p:spPr>
              <a:xfrm>
                <a:off x="3341077" y="1219200"/>
                <a:ext cx="5146431" cy="1562127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5600D248-FF03-4979-A870-C5C01465588B}"/>
                  </a:ext>
                </a:extLst>
              </p:cNvPr>
              <p:cNvGrpSpPr/>
              <p:nvPr/>
            </p:nvGrpSpPr>
            <p:grpSpPr>
              <a:xfrm>
                <a:off x="3716215" y="1512277"/>
                <a:ext cx="1207477" cy="1137138"/>
                <a:chOff x="3716215" y="1512277"/>
                <a:chExt cx="1207477" cy="1137138"/>
              </a:xfrm>
            </p:grpSpPr>
            <p:sp>
              <p:nvSpPr>
                <p:cNvPr id="5" name="육각형 4">
                  <a:extLst>
                    <a:ext uri="{FF2B5EF4-FFF2-40B4-BE49-F238E27FC236}">
                      <a16:creationId xmlns:a16="http://schemas.microsoft.com/office/drawing/2014/main" id="{E74430F7-D5F7-4270-8A05-BC599BFFC629}"/>
                    </a:ext>
                  </a:extLst>
                </p:cNvPr>
                <p:cNvSpPr/>
                <p:nvPr/>
              </p:nvSpPr>
              <p:spPr>
                <a:xfrm>
                  <a:off x="3716215" y="1512277"/>
                  <a:ext cx="1207477" cy="1137138"/>
                </a:xfrm>
                <a:prstGeom prst="hexagon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6" name="다이아몬드 5">
                  <a:extLst>
                    <a:ext uri="{FF2B5EF4-FFF2-40B4-BE49-F238E27FC236}">
                      <a16:creationId xmlns:a16="http://schemas.microsoft.com/office/drawing/2014/main" id="{780A7F7C-5E40-4806-9BA0-4DCD07C96D14}"/>
                    </a:ext>
                  </a:extLst>
                </p:cNvPr>
                <p:cNvSpPr/>
                <p:nvPr/>
              </p:nvSpPr>
              <p:spPr>
                <a:xfrm>
                  <a:off x="4051788" y="1512277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4A86A12-4987-408C-90E0-DF0D6FD0F2FA}"/>
                    </a:ext>
                  </a:extLst>
                </p:cNvPr>
                <p:cNvSpPr txBox="1"/>
                <p:nvPr/>
              </p:nvSpPr>
              <p:spPr>
                <a:xfrm>
                  <a:off x="4042473" y="2235143"/>
                  <a:ext cx="5549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AB66C98F-C1E7-4689-A659-3800FBB4F190}"/>
                  </a:ext>
                </a:extLst>
              </p:cNvPr>
              <p:cNvGrpSpPr/>
              <p:nvPr/>
            </p:nvGrpSpPr>
            <p:grpSpPr>
              <a:xfrm>
                <a:off x="5052646" y="1512277"/>
                <a:ext cx="1207477" cy="1137138"/>
                <a:chOff x="3716215" y="1512277"/>
                <a:chExt cx="1207477" cy="1137138"/>
              </a:xfrm>
            </p:grpSpPr>
            <p:sp>
              <p:nvSpPr>
                <p:cNvPr id="10" name="육각형 9">
                  <a:extLst>
                    <a:ext uri="{FF2B5EF4-FFF2-40B4-BE49-F238E27FC236}">
                      <a16:creationId xmlns:a16="http://schemas.microsoft.com/office/drawing/2014/main" id="{4C2AB4E7-C2D7-4A90-A7CE-43ABECB1BE3A}"/>
                    </a:ext>
                  </a:extLst>
                </p:cNvPr>
                <p:cNvSpPr/>
                <p:nvPr/>
              </p:nvSpPr>
              <p:spPr>
                <a:xfrm>
                  <a:off x="3716215" y="1512277"/>
                  <a:ext cx="1207477" cy="1137138"/>
                </a:xfrm>
                <a:prstGeom prst="hexagon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1" name="다이아몬드 10">
                  <a:extLst>
                    <a:ext uri="{FF2B5EF4-FFF2-40B4-BE49-F238E27FC236}">
                      <a16:creationId xmlns:a16="http://schemas.microsoft.com/office/drawing/2014/main" id="{84EF1733-0DF0-4F40-8E66-0806304CD59C}"/>
                    </a:ext>
                  </a:extLst>
                </p:cNvPr>
                <p:cNvSpPr/>
                <p:nvPr/>
              </p:nvSpPr>
              <p:spPr>
                <a:xfrm>
                  <a:off x="4051788" y="1512277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61BD030-75D4-4A15-A965-C391343E73DA}"/>
                    </a:ext>
                  </a:extLst>
                </p:cNvPr>
                <p:cNvSpPr txBox="1"/>
                <p:nvPr/>
              </p:nvSpPr>
              <p:spPr>
                <a:xfrm>
                  <a:off x="4042473" y="2235143"/>
                  <a:ext cx="5549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342D8668-C449-4CD9-991E-C529782943D1}"/>
                  </a:ext>
                </a:extLst>
              </p:cNvPr>
              <p:cNvGrpSpPr/>
              <p:nvPr/>
            </p:nvGrpSpPr>
            <p:grpSpPr>
              <a:xfrm>
                <a:off x="6858000" y="1512277"/>
                <a:ext cx="1207477" cy="1137138"/>
                <a:chOff x="3716215" y="1512277"/>
                <a:chExt cx="1207477" cy="1137138"/>
              </a:xfrm>
            </p:grpSpPr>
            <p:sp>
              <p:nvSpPr>
                <p:cNvPr id="14" name="육각형 13">
                  <a:extLst>
                    <a:ext uri="{FF2B5EF4-FFF2-40B4-BE49-F238E27FC236}">
                      <a16:creationId xmlns:a16="http://schemas.microsoft.com/office/drawing/2014/main" id="{610955C5-1E6D-44EA-93FD-38F5E9AF5C5A}"/>
                    </a:ext>
                  </a:extLst>
                </p:cNvPr>
                <p:cNvSpPr/>
                <p:nvPr/>
              </p:nvSpPr>
              <p:spPr>
                <a:xfrm>
                  <a:off x="3716215" y="1512277"/>
                  <a:ext cx="1207477" cy="1137138"/>
                </a:xfrm>
                <a:prstGeom prst="hexagon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5" name="다이아몬드 14">
                  <a:extLst>
                    <a:ext uri="{FF2B5EF4-FFF2-40B4-BE49-F238E27FC236}">
                      <a16:creationId xmlns:a16="http://schemas.microsoft.com/office/drawing/2014/main" id="{AE1BB6E2-7C00-4A1F-A93A-AD89E3BC31D7}"/>
                    </a:ext>
                  </a:extLst>
                </p:cNvPr>
                <p:cNvSpPr/>
                <p:nvPr/>
              </p:nvSpPr>
              <p:spPr>
                <a:xfrm>
                  <a:off x="4051788" y="1512277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CD21D34-9756-4B05-AF61-08F0DE8F5CEA}"/>
                    </a:ext>
                  </a:extLst>
                </p:cNvPr>
                <p:cNvSpPr txBox="1"/>
                <p:nvPr/>
              </p:nvSpPr>
              <p:spPr>
                <a:xfrm>
                  <a:off x="4042473" y="2235143"/>
                  <a:ext cx="5549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EC875DA-3472-4D1F-AB7E-422B8EAB31B8}"/>
                  </a:ext>
                </a:extLst>
              </p:cNvPr>
              <p:cNvSpPr txBox="1"/>
              <p:nvPr/>
            </p:nvSpPr>
            <p:spPr>
              <a:xfrm>
                <a:off x="6312840" y="1896180"/>
                <a:ext cx="492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〮〮〮〮</a:t>
                </a:r>
              </a:p>
            </p:txBody>
          </p:sp>
        </p:grp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5D16C68A-C57B-448D-8441-E954898A2CF3}"/>
                </a:ext>
              </a:extLst>
            </p:cNvPr>
            <p:cNvSpPr/>
            <p:nvPr/>
          </p:nvSpPr>
          <p:spPr>
            <a:xfrm>
              <a:off x="4286249" y="574431"/>
              <a:ext cx="3619500" cy="440098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Namespace : lea, pod 8</a:t>
              </a:r>
              <a:r>
                <a:rPr lang="ko-KR" altLang="en-US" dirty="0"/>
                <a:t>개</a:t>
              </a: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8099DCE6-F2A9-4B89-AF8B-A154267F2DC4}"/>
              </a:ext>
            </a:extLst>
          </p:cNvPr>
          <p:cNvGrpSpPr/>
          <p:nvPr/>
        </p:nvGrpSpPr>
        <p:grpSpPr>
          <a:xfrm>
            <a:off x="1599100" y="2504209"/>
            <a:ext cx="5146431" cy="1784866"/>
            <a:chOff x="3522784" y="574431"/>
            <a:chExt cx="5146431" cy="1784866"/>
          </a:xfrm>
        </p:grpSpPr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94463B4B-BF42-4D7B-87D6-60939001A872}"/>
                </a:ext>
              </a:extLst>
            </p:cNvPr>
            <p:cNvGrpSpPr/>
            <p:nvPr/>
          </p:nvGrpSpPr>
          <p:grpSpPr>
            <a:xfrm>
              <a:off x="3522784" y="797170"/>
              <a:ext cx="5146431" cy="1562127"/>
              <a:chOff x="3341077" y="1219200"/>
              <a:chExt cx="5146431" cy="1562127"/>
            </a:xfrm>
          </p:grpSpPr>
          <p:sp>
            <p:nvSpPr>
              <p:cNvPr id="91" name="사각형: 둥근 모서리 90">
                <a:extLst>
                  <a:ext uri="{FF2B5EF4-FFF2-40B4-BE49-F238E27FC236}">
                    <a16:creationId xmlns:a16="http://schemas.microsoft.com/office/drawing/2014/main" id="{41333562-ADC4-42A8-B287-CA69C0BB959F}"/>
                  </a:ext>
                </a:extLst>
              </p:cNvPr>
              <p:cNvSpPr/>
              <p:nvPr/>
            </p:nvSpPr>
            <p:spPr>
              <a:xfrm>
                <a:off x="3341077" y="1219200"/>
                <a:ext cx="5146431" cy="1562127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2" name="그룹 91">
                <a:extLst>
                  <a:ext uri="{FF2B5EF4-FFF2-40B4-BE49-F238E27FC236}">
                    <a16:creationId xmlns:a16="http://schemas.microsoft.com/office/drawing/2014/main" id="{6B8314A9-DC31-4C1C-9007-18C5F4324C8A}"/>
                  </a:ext>
                </a:extLst>
              </p:cNvPr>
              <p:cNvGrpSpPr/>
              <p:nvPr/>
            </p:nvGrpSpPr>
            <p:grpSpPr>
              <a:xfrm>
                <a:off x="3716215" y="1512277"/>
                <a:ext cx="1207477" cy="1137138"/>
                <a:chOff x="3716215" y="1512277"/>
                <a:chExt cx="1207477" cy="1137138"/>
              </a:xfrm>
            </p:grpSpPr>
            <p:sp>
              <p:nvSpPr>
                <p:cNvPr id="102" name="육각형 101">
                  <a:extLst>
                    <a:ext uri="{FF2B5EF4-FFF2-40B4-BE49-F238E27FC236}">
                      <a16:creationId xmlns:a16="http://schemas.microsoft.com/office/drawing/2014/main" id="{DB5DEC9B-A5AF-4013-AC20-CFAF44FC8A58}"/>
                    </a:ext>
                  </a:extLst>
                </p:cNvPr>
                <p:cNvSpPr/>
                <p:nvPr/>
              </p:nvSpPr>
              <p:spPr>
                <a:xfrm>
                  <a:off x="3716215" y="1512277"/>
                  <a:ext cx="1207477" cy="1137138"/>
                </a:xfrm>
                <a:prstGeom prst="hexagon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03" name="다이아몬드 102">
                  <a:extLst>
                    <a:ext uri="{FF2B5EF4-FFF2-40B4-BE49-F238E27FC236}">
                      <a16:creationId xmlns:a16="http://schemas.microsoft.com/office/drawing/2014/main" id="{080334FE-99C8-45DC-9B7F-0BC2467B3CBB}"/>
                    </a:ext>
                  </a:extLst>
                </p:cNvPr>
                <p:cNvSpPr/>
                <p:nvPr/>
              </p:nvSpPr>
              <p:spPr>
                <a:xfrm>
                  <a:off x="4051788" y="1512277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6D87065-6985-4C86-BF43-88C3FE71F299}"/>
                    </a:ext>
                  </a:extLst>
                </p:cNvPr>
                <p:cNvSpPr txBox="1"/>
                <p:nvPr/>
              </p:nvSpPr>
              <p:spPr>
                <a:xfrm>
                  <a:off x="4042473" y="2235143"/>
                  <a:ext cx="5549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93" name="그룹 92">
                <a:extLst>
                  <a:ext uri="{FF2B5EF4-FFF2-40B4-BE49-F238E27FC236}">
                    <a16:creationId xmlns:a16="http://schemas.microsoft.com/office/drawing/2014/main" id="{F7D8F812-B07E-4DD3-944A-9476671249D1}"/>
                  </a:ext>
                </a:extLst>
              </p:cNvPr>
              <p:cNvGrpSpPr/>
              <p:nvPr/>
            </p:nvGrpSpPr>
            <p:grpSpPr>
              <a:xfrm>
                <a:off x="5052646" y="1512277"/>
                <a:ext cx="1207477" cy="1137138"/>
                <a:chOff x="3716215" y="1512277"/>
                <a:chExt cx="1207477" cy="1137138"/>
              </a:xfrm>
            </p:grpSpPr>
            <p:sp>
              <p:nvSpPr>
                <p:cNvPr id="99" name="육각형 98">
                  <a:extLst>
                    <a:ext uri="{FF2B5EF4-FFF2-40B4-BE49-F238E27FC236}">
                      <a16:creationId xmlns:a16="http://schemas.microsoft.com/office/drawing/2014/main" id="{98C5F07D-5C0F-4637-AF1B-959B73E91D35}"/>
                    </a:ext>
                  </a:extLst>
                </p:cNvPr>
                <p:cNvSpPr/>
                <p:nvPr/>
              </p:nvSpPr>
              <p:spPr>
                <a:xfrm>
                  <a:off x="3716215" y="1512277"/>
                  <a:ext cx="1207477" cy="1137138"/>
                </a:xfrm>
                <a:prstGeom prst="hexagon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00" name="다이아몬드 99">
                  <a:extLst>
                    <a:ext uri="{FF2B5EF4-FFF2-40B4-BE49-F238E27FC236}">
                      <a16:creationId xmlns:a16="http://schemas.microsoft.com/office/drawing/2014/main" id="{88A90E87-EDA5-4A07-BFC8-36ACA8CD30E5}"/>
                    </a:ext>
                  </a:extLst>
                </p:cNvPr>
                <p:cNvSpPr/>
                <p:nvPr/>
              </p:nvSpPr>
              <p:spPr>
                <a:xfrm>
                  <a:off x="4051788" y="1512277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6B159044-F6AC-4E0E-8157-CAF8B4B6F3CB}"/>
                    </a:ext>
                  </a:extLst>
                </p:cNvPr>
                <p:cNvSpPr txBox="1"/>
                <p:nvPr/>
              </p:nvSpPr>
              <p:spPr>
                <a:xfrm>
                  <a:off x="4042473" y="2235143"/>
                  <a:ext cx="5549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F6801CE9-8F89-45F8-8674-D68A457C95AA}"/>
                  </a:ext>
                </a:extLst>
              </p:cNvPr>
              <p:cNvGrpSpPr/>
              <p:nvPr/>
            </p:nvGrpSpPr>
            <p:grpSpPr>
              <a:xfrm>
                <a:off x="6858000" y="1512277"/>
                <a:ext cx="1207477" cy="1137138"/>
                <a:chOff x="3716215" y="1512277"/>
                <a:chExt cx="1207477" cy="1137138"/>
              </a:xfrm>
            </p:grpSpPr>
            <p:sp>
              <p:nvSpPr>
                <p:cNvPr id="96" name="육각형 95">
                  <a:extLst>
                    <a:ext uri="{FF2B5EF4-FFF2-40B4-BE49-F238E27FC236}">
                      <a16:creationId xmlns:a16="http://schemas.microsoft.com/office/drawing/2014/main" id="{80688FA4-4547-4C09-B467-51A6D2BADF04}"/>
                    </a:ext>
                  </a:extLst>
                </p:cNvPr>
                <p:cNvSpPr/>
                <p:nvPr/>
              </p:nvSpPr>
              <p:spPr>
                <a:xfrm>
                  <a:off x="3716215" y="1512277"/>
                  <a:ext cx="1207477" cy="1137138"/>
                </a:xfrm>
                <a:prstGeom prst="hexagon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97" name="다이아몬드 96">
                  <a:extLst>
                    <a:ext uri="{FF2B5EF4-FFF2-40B4-BE49-F238E27FC236}">
                      <a16:creationId xmlns:a16="http://schemas.microsoft.com/office/drawing/2014/main" id="{5AB8FC48-739B-4715-A1DF-1125CCAD1729}"/>
                    </a:ext>
                  </a:extLst>
                </p:cNvPr>
                <p:cNvSpPr/>
                <p:nvPr/>
              </p:nvSpPr>
              <p:spPr>
                <a:xfrm>
                  <a:off x="4051788" y="1512277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ECF3C16-0EB1-4514-9F08-71D74356A6EF}"/>
                    </a:ext>
                  </a:extLst>
                </p:cNvPr>
                <p:cNvSpPr txBox="1"/>
                <p:nvPr/>
              </p:nvSpPr>
              <p:spPr>
                <a:xfrm>
                  <a:off x="4042473" y="2235143"/>
                  <a:ext cx="5549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2985EA6-9D0A-4130-999C-803FC4F96098}"/>
                  </a:ext>
                </a:extLst>
              </p:cNvPr>
              <p:cNvSpPr txBox="1"/>
              <p:nvPr/>
            </p:nvSpPr>
            <p:spPr>
              <a:xfrm>
                <a:off x="6312840" y="1896180"/>
                <a:ext cx="492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〮〮〮〮</a:t>
                </a:r>
              </a:p>
            </p:txBody>
          </p:sp>
        </p:grpSp>
        <p:sp>
          <p:nvSpPr>
            <p:cNvPr id="90" name="사각형: 둥근 모서리 89">
              <a:extLst>
                <a:ext uri="{FF2B5EF4-FFF2-40B4-BE49-F238E27FC236}">
                  <a16:creationId xmlns:a16="http://schemas.microsoft.com/office/drawing/2014/main" id="{F518580A-D043-415D-A644-0B6F5D46324D}"/>
                </a:ext>
              </a:extLst>
            </p:cNvPr>
            <p:cNvSpPr/>
            <p:nvPr/>
          </p:nvSpPr>
          <p:spPr>
            <a:xfrm>
              <a:off x="4286249" y="574431"/>
              <a:ext cx="3619500" cy="440098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Namespace : res, pod 11</a:t>
              </a:r>
              <a:r>
                <a:rPr lang="ko-KR" altLang="en-US" dirty="0"/>
                <a:t>개</a:t>
              </a: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727B83FF-5463-452F-AB56-CF4E243097A7}"/>
              </a:ext>
            </a:extLst>
          </p:cNvPr>
          <p:cNvGrpSpPr/>
          <p:nvPr/>
        </p:nvGrpSpPr>
        <p:grpSpPr>
          <a:xfrm>
            <a:off x="1599100" y="4433986"/>
            <a:ext cx="5146431" cy="1784866"/>
            <a:chOff x="3522784" y="574431"/>
            <a:chExt cx="5146431" cy="1784866"/>
          </a:xfrm>
        </p:grpSpPr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AA7A72C3-91DB-489B-9B0A-AA6030889669}"/>
                </a:ext>
              </a:extLst>
            </p:cNvPr>
            <p:cNvGrpSpPr/>
            <p:nvPr/>
          </p:nvGrpSpPr>
          <p:grpSpPr>
            <a:xfrm>
              <a:off x="3522784" y="797170"/>
              <a:ext cx="5146431" cy="1562127"/>
              <a:chOff x="3341077" y="1219200"/>
              <a:chExt cx="5146431" cy="1562127"/>
            </a:xfrm>
          </p:grpSpPr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74DCB8D3-1095-4FBB-BA03-443A07C98343}"/>
                  </a:ext>
                </a:extLst>
              </p:cNvPr>
              <p:cNvSpPr/>
              <p:nvPr/>
            </p:nvSpPr>
            <p:spPr>
              <a:xfrm>
                <a:off x="3341077" y="1219200"/>
                <a:ext cx="5146431" cy="1562127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38D05CC5-BD03-4265-A791-B75455E9CFCE}"/>
                  </a:ext>
                </a:extLst>
              </p:cNvPr>
              <p:cNvGrpSpPr/>
              <p:nvPr/>
            </p:nvGrpSpPr>
            <p:grpSpPr>
              <a:xfrm>
                <a:off x="3716215" y="1512277"/>
                <a:ext cx="1207477" cy="1137138"/>
                <a:chOff x="3716215" y="1512277"/>
                <a:chExt cx="1207477" cy="1137138"/>
              </a:xfrm>
            </p:grpSpPr>
            <p:sp>
              <p:nvSpPr>
                <p:cNvPr id="119" name="육각형 118">
                  <a:extLst>
                    <a:ext uri="{FF2B5EF4-FFF2-40B4-BE49-F238E27FC236}">
                      <a16:creationId xmlns:a16="http://schemas.microsoft.com/office/drawing/2014/main" id="{2723B584-C4D9-4E94-88E8-C02BEC7C3D96}"/>
                    </a:ext>
                  </a:extLst>
                </p:cNvPr>
                <p:cNvSpPr/>
                <p:nvPr/>
              </p:nvSpPr>
              <p:spPr>
                <a:xfrm>
                  <a:off x="3716215" y="1512277"/>
                  <a:ext cx="1207477" cy="1137138"/>
                </a:xfrm>
                <a:prstGeom prst="hexagon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20" name="다이아몬드 119">
                  <a:extLst>
                    <a:ext uri="{FF2B5EF4-FFF2-40B4-BE49-F238E27FC236}">
                      <a16:creationId xmlns:a16="http://schemas.microsoft.com/office/drawing/2014/main" id="{07F1227D-2AC2-4F66-BCE2-5607373BB28A}"/>
                    </a:ext>
                  </a:extLst>
                </p:cNvPr>
                <p:cNvSpPr/>
                <p:nvPr/>
              </p:nvSpPr>
              <p:spPr>
                <a:xfrm>
                  <a:off x="4051788" y="1512277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DE753A62-A3D1-4027-B2AD-69F20A8802F8}"/>
                    </a:ext>
                  </a:extLst>
                </p:cNvPr>
                <p:cNvSpPr txBox="1"/>
                <p:nvPr/>
              </p:nvSpPr>
              <p:spPr>
                <a:xfrm>
                  <a:off x="4042473" y="2235143"/>
                  <a:ext cx="5549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BFED36C6-2A80-4406-9BA2-FECACA16EB9D}"/>
                  </a:ext>
                </a:extLst>
              </p:cNvPr>
              <p:cNvGrpSpPr/>
              <p:nvPr/>
            </p:nvGrpSpPr>
            <p:grpSpPr>
              <a:xfrm>
                <a:off x="6858000" y="1512277"/>
                <a:ext cx="1207477" cy="1137138"/>
                <a:chOff x="3716215" y="1512277"/>
                <a:chExt cx="1207477" cy="1137138"/>
              </a:xfrm>
            </p:grpSpPr>
            <p:sp>
              <p:nvSpPr>
                <p:cNvPr id="113" name="육각형 112">
                  <a:extLst>
                    <a:ext uri="{FF2B5EF4-FFF2-40B4-BE49-F238E27FC236}">
                      <a16:creationId xmlns:a16="http://schemas.microsoft.com/office/drawing/2014/main" id="{D0EDBDDA-41CB-4B05-8E41-962BFE65ACFB}"/>
                    </a:ext>
                  </a:extLst>
                </p:cNvPr>
                <p:cNvSpPr/>
                <p:nvPr/>
              </p:nvSpPr>
              <p:spPr>
                <a:xfrm>
                  <a:off x="3716215" y="1512277"/>
                  <a:ext cx="1207477" cy="1137138"/>
                </a:xfrm>
                <a:prstGeom prst="hexagon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14" name="다이아몬드 113">
                  <a:extLst>
                    <a:ext uri="{FF2B5EF4-FFF2-40B4-BE49-F238E27FC236}">
                      <a16:creationId xmlns:a16="http://schemas.microsoft.com/office/drawing/2014/main" id="{5155CB27-B1F2-49F2-89B9-2CFF28CC8EAF}"/>
                    </a:ext>
                  </a:extLst>
                </p:cNvPr>
                <p:cNvSpPr/>
                <p:nvPr/>
              </p:nvSpPr>
              <p:spPr>
                <a:xfrm>
                  <a:off x="4051788" y="1512277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accent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A35EECC4-7D8C-4E03-AE9B-BA40F08338BB}"/>
                    </a:ext>
                  </a:extLst>
                </p:cNvPr>
                <p:cNvSpPr txBox="1"/>
                <p:nvPr/>
              </p:nvSpPr>
              <p:spPr>
                <a:xfrm>
                  <a:off x="4042473" y="2235143"/>
                  <a:ext cx="5549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dirty="0">
                      <a:solidFill>
                        <a:schemeClr val="bg1"/>
                      </a:solidFill>
                    </a:rPr>
                    <a:t>pod</a:t>
                  </a:r>
                  <a:endParaRPr lang="ko-KR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107" name="사각형: 둥근 모서리 106">
              <a:extLst>
                <a:ext uri="{FF2B5EF4-FFF2-40B4-BE49-F238E27FC236}">
                  <a16:creationId xmlns:a16="http://schemas.microsoft.com/office/drawing/2014/main" id="{31F96F1A-D893-4B9F-8137-848CFF09BD0C}"/>
                </a:ext>
              </a:extLst>
            </p:cNvPr>
            <p:cNvSpPr/>
            <p:nvPr/>
          </p:nvSpPr>
          <p:spPr>
            <a:xfrm>
              <a:off x="4286249" y="574431"/>
              <a:ext cx="3619500" cy="440098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Namespace : </a:t>
              </a:r>
              <a:r>
                <a:rPr lang="en-US" altLang="ko-KR" dirty="0" err="1"/>
                <a:t>cul</a:t>
              </a:r>
              <a:r>
                <a:rPr lang="en-US" altLang="ko-KR" dirty="0"/>
                <a:t>, pod 2</a:t>
              </a:r>
              <a:r>
                <a:rPr lang="ko-KR" altLang="en-US" dirty="0"/>
                <a:t>개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BAE1927-BF9E-4A0F-A07D-4AD2BE1F2B61}"/>
              </a:ext>
            </a:extLst>
          </p:cNvPr>
          <p:cNvSpPr txBox="1"/>
          <p:nvPr/>
        </p:nvSpPr>
        <p:spPr>
          <a:xfrm>
            <a:off x="3496874" y="184611"/>
            <a:ext cx="1424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/>
              <a:t>Kubernates</a:t>
            </a:r>
            <a:endParaRPr lang="ko-KR" altLang="en-US" b="1" dirty="0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E93CCE5-CB1E-459B-AABF-75FA9F091EEE}"/>
              </a:ext>
            </a:extLst>
          </p:cNvPr>
          <p:cNvGrpSpPr/>
          <p:nvPr/>
        </p:nvGrpSpPr>
        <p:grpSpPr>
          <a:xfrm>
            <a:off x="7749687" y="184611"/>
            <a:ext cx="4299438" cy="6254290"/>
            <a:chOff x="7749687" y="184611"/>
            <a:chExt cx="4299438" cy="6254290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556B9CB9-6E0C-4F43-81F9-FB4D6B3CA192}"/>
                </a:ext>
              </a:extLst>
            </p:cNvPr>
            <p:cNvSpPr/>
            <p:nvPr/>
          </p:nvSpPr>
          <p:spPr>
            <a:xfrm>
              <a:off x="7749687" y="184611"/>
              <a:ext cx="4299438" cy="6254290"/>
            </a:xfrm>
            <a:prstGeom prst="roundRect">
              <a:avLst>
                <a:gd name="adj" fmla="val 6735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BB1F9BAD-70D2-4F76-99EE-1C6FA5C4E16B}"/>
                </a:ext>
              </a:extLst>
            </p:cNvPr>
            <p:cNvGrpSpPr/>
            <p:nvPr/>
          </p:nvGrpSpPr>
          <p:grpSpPr>
            <a:xfrm>
              <a:off x="7998067" y="793561"/>
              <a:ext cx="2442797" cy="5100201"/>
              <a:chOff x="7998067" y="793561"/>
              <a:chExt cx="2442797" cy="5100201"/>
            </a:xfrm>
          </p:grpSpPr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C2B5467C-5F71-425B-BF8E-DAB9B8D2A9B9}"/>
                  </a:ext>
                </a:extLst>
              </p:cNvPr>
              <p:cNvSpPr/>
              <p:nvPr/>
            </p:nvSpPr>
            <p:spPr>
              <a:xfrm>
                <a:off x="7998067" y="793561"/>
                <a:ext cx="2442797" cy="5100201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algn="ctr"/>
                <a:r>
                  <a:rPr lang="en-US" altLang="ko-KR" dirty="0" err="1"/>
                  <a:t>Gitea</a:t>
                </a:r>
                <a:endParaRPr lang="ko-KR" altLang="en-US" dirty="0"/>
              </a:p>
            </p:txBody>
          </p:sp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95F0E484-5584-4268-8F38-DDE843AFA358}"/>
                  </a:ext>
                </a:extLst>
              </p:cNvPr>
              <p:cNvGrpSpPr/>
              <p:nvPr/>
            </p:nvGrpSpPr>
            <p:grpSpPr>
              <a:xfrm>
                <a:off x="8152457" y="2219701"/>
                <a:ext cx="2171178" cy="1196630"/>
                <a:chOff x="8590607" y="2546261"/>
                <a:chExt cx="2171178" cy="1196630"/>
              </a:xfrm>
            </p:grpSpPr>
            <p:sp>
              <p:nvSpPr>
                <p:cNvPr id="21" name="사각형: 둥근 모서리 20">
                  <a:extLst>
                    <a:ext uri="{FF2B5EF4-FFF2-40B4-BE49-F238E27FC236}">
                      <a16:creationId xmlns:a16="http://schemas.microsoft.com/office/drawing/2014/main" id="{6A946FBA-63A6-4905-9DCA-C6F670390851}"/>
                    </a:ext>
                  </a:extLst>
                </p:cNvPr>
                <p:cNvSpPr/>
                <p:nvPr/>
              </p:nvSpPr>
              <p:spPr>
                <a:xfrm>
                  <a:off x="8590607" y="2979193"/>
                  <a:ext cx="862747" cy="330765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lea</a:t>
                  </a:r>
                  <a:endParaRPr lang="ko-KR" altLang="en-US" dirty="0"/>
                </a:p>
              </p:txBody>
            </p:sp>
            <p:sp>
              <p:nvSpPr>
                <p:cNvPr id="54" name="사각형: 둥근 모서리 53">
                  <a:extLst>
                    <a:ext uri="{FF2B5EF4-FFF2-40B4-BE49-F238E27FC236}">
                      <a16:creationId xmlns:a16="http://schemas.microsoft.com/office/drawing/2014/main" id="{38A671BE-DA93-447A-807E-A69C8907E891}"/>
                    </a:ext>
                  </a:extLst>
                </p:cNvPr>
                <p:cNvSpPr/>
                <p:nvPr/>
              </p:nvSpPr>
              <p:spPr>
                <a:xfrm>
                  <a:off x="9657615" y="2546261"/>
                  <a:ext cx="1104170" cy="330765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/>
                    <a:t>lea-portal</a:t>
                  </a:r>
                  <a:endParaRPr lang="ko-KR" altLang="en-US" sz="1100" dirty="0"/>
                </a:p>
              </p:txBody>
            </p:sp>
            <p:sp>
              <p:nvSpPr>
                <p:cNvPr id="55" name="사각형: 둥근 모서리 54">
                  <a:extLst>
                    <a:ext uri="{FF2B5EF4-FFF2-40B4-BE49-F238E27FC236}">
                      <a16:creationId xmlns:a16="http://schemas.microsoft.com/office/drawing/2014/main" id="{487BCBFB-3F7A-42D3-A7C1-812407B0D4CE}"/>
                    </a:ext>
                  </a:extLst>
                </p:cNvPr>
                <p:cNvSpPr/>
                <p:nvPr/>
              </p:nvSpPr>
              <p:spPr>
                <a:xfrm>
                  <a:off x="9657615" y="3412126"/>
                  <a:ext cx="1104170" cy="330765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/>
                    <a:t>Lea-admin</a:t>
                  </a:r>
                  <a:endParaRPr lang="ko-KR" altLang="en-US" sz="1100" dirty="0"/>
                </a:p>
              </p:txBody>
            </p:sp>
            <p:sp>
              <p:nvSpPr>
                <p:cNvPr id="56" name="사각형: 둥근 모서리 55">
                  <a:extLst>
                    <a:ext uri="{FF2B5EF4-FFF2-40B4-BE49-F238E27FC236}">
                      <a16:creationId xmlns:a16="http://schemas.microsoft.com/office/drawing/2014/main" id="{B2C29CF8-0988-49AD-9A39-D0C17DDE6BE3}"/>
                    </a:ext>
                  </a:extLst>
                </p:cNvPr>
                <p:cNvSpPr/>
                <p:nvPr/>
              </p:nvSpPr>
              <p:spPr>
                <a:xfrm>
                  <a:off x="9657615" y="2979194"/>
                  <a:ext cx="1104170" cy="330765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2800" dirty="0"/>
                    <a:t>〮〮〮〮</a:t>
                  </a:r>
                  <a:endParaRPr lang="ko-KR" altLang="en-US" sz="1100" dirty="0"/>
                </a:p>
              </p:txBody>
            </p:sp>
            <p:cxnSp>
              <p:nvCxnSpPr>
                <p:cNvPr id="23" name="연결선: 꺾임 22">
                  <a:extLst>
                    <a:ext uri="{FF2B5EF4-FFF2-40B4-BE49-F238E27FC236}">
                      <a16:creationId xmlns:a16="http://schemas.microsoft.com/office/drawing/2014/main" id="{47C539D5-BA75-4028-88AF-136683A73523}"/>
                    </a:ext>
                  </a:extLst>
                </p:cNvPr>
                <p:cNvCxnSpPr>
                  <a:stCxn id="21" idx="3"/>
                  <a:endCxn id="54" idx="1"/>
                </p:cNvCxnSpPr>
                <p:nvPr/>
              </p:nvCxnSpPr>
              <p:spPr>
                <a:xfrm flipV="1">
                  <a:off x="9453354" y="2711644"/>
                  <a:ext cx="204261" cy="432932"/>
                </a:xfrm>
                <a:prstGeom prst="bentConnector3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연결선: 꺾임 24">
                  <a:extLst>
                    <a:ext uri="{FF2B5EF4-FFF2-40B4-BE49-F238E27FC236}">
                      <a16:creationId xmlns:a16="http://schemas.microsoft.com/office/drawing/2014/main" id="{8CE82D26-5D23-400D-AAE3-FCDCB317E49F}"/>
                    </a:ext>
                  </a:extLst>
                </p:cNvPr>
                <p:cNvCxnSpPr>
                  <a:stCxn id="21" idx="3"/>
                  <a:endCxn id="56" idx="1"/>
                </p:cNvCxnSpPr>
                <p:nvPr/>
              </p:nvCxnSpPr>
              <p:spPr>
                <a:xfrm>
                  <a:off x="9453354" y="3144576"/>
                  <a:ext cx="204261" cy="1"/>
                </a:xfrm>
                <a:prstGeom prst="bentConnector3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연결선: 꺾임 30">
                  <a:extLst>
                    <a:ext uri="{FF2B5EF4-FFF2-40B4-BE49-F238E27FC236}">
                      <a16:creationId xmlns:a16="http://schemas.microsoft.com/office/drawing/2014/main" id="{E1A6D24A-0EB1-4B39-B58C-0E78C85BE4F7}"/>
                    </a:ext>
                  </a:extLst>
                </p:cNvPr>
                <p:cNvCxnSpPr>
                  <a:stCxn id="21" idx="3"/>
                  <a:endCxn id="55" idx="1"/>
                </p:cNvCxnSpPr>
                <p:nvPr/>
              </p:nvCxnSpPr>
              <p:spPr>
                <a:xfrm>
                  <a:off x="9453354" y="3144576"/>
                  <a:ext cx="204261" cy="432933"/>
                </a:xfrm>
                <a:prstGeom prst="bentConnector3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ACE9D831-B37E-4520-8500-BF13A8D9C2EF}"/>
                  </a:ext>
                </a:extLst>
              </p:cNvPr>
              <p:cNvSpPr/>
              <p:nvPr/>
            </p:nvSpPr>
            <p:spPr>
              <a:xfrm>
                <a:off x="9219465" y="1628494"/>
                <a:ext cx="1104170" cy="330765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dirty="0">
                    <a:solidFill>
                      <a:schemeClr val="tx1"/>
                    </a:solidFill>
                  </a:rPr>
                  <a:t>저장소</a:t>
                </a:r>
              </a:p>
            </p:txBody>
          </p:sp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C864CDCA-4D88-4F6A-8177-838DF170C9ED}"/>
                  </a:ext>
                </a:extLst>
              </p:cNvPr>
              <p:cNvSpPr/>
              <p:nvPr/>
            </p:nvSpPr>
            <p:spPr>
              <a:xfrm>
                <a:off x="8129589" y="1632943"/>
                <a:ext cx="862747" cy="330765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dirty="0" err="1"/>
                  <a:t>조직명</a:t>
                </a:r>
                <a:endParaRPr lang="ko-KR" altLang="en-US" sz="1600" dirty="0"/>
              </a:p>
            </p:txBody>
          </p:sp>
          <p:grpSp>
            <p:nvGrpSpPr>
              <p:cNvPr id="69" name="그룹 68">
                <a:extLst>
                  <a:ext uri="{FF2B5EF4-FFF2-40B4-BE49-F238E27FC236}">
                    <a16:creationId xmlns:a16="http://schemas.microsoft.com/office/drawing/2014/main" id="{C243FF4C-0D8A-4BF9-AE17-C7099B6F1B05}"/>
                  </a:ext>
                </a:extLst>
              </p:cNvPr>
              <p:cNvGrpSpPr/>
              <p:nvPr/>
            </p:nvGrpSpPr>
            <p:grpSpPr>
              <a:xfrm>
                <a:off x="8152457" y="3534302"/>
                <a:ext cx="2171178" cy="1196630"/>
                <a:chOff x="8590607" y="2546261"/>
                <a:chExt cx="2171178" cy="119663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96B0E35E-ECF3-4868-90B9-FA3DEAC8025E}"/>
                    </a:ext>
                  </a:extLst>
                </p:cNvPr>
                <p:cNvSpPr/>
                <p:nvPr/>
              </p:nvSpPr>
              <p:spPr>
                <a:xfrm>
                  <a:off x="8590607" y="2979193"/>
                  <a:ext cx="862747" cy="330765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res</a:t>
                  </a:r>
                  <a:endParaRPr lang="ko-KR" altLang="en-US" dirty="0"/>
                </a:p>
              </p:txBody>
            </p:sp>
            <p:sp>
              <p:nvSpPr>
                <p:cNvPr id="71" name="사각형: 둥근 모서리 70">
                  <a:extLst>
                    <a:ext uri="{FF2B5EF4-FFF2-40B4-BE49-F238E27FC236}">
                      <a16:creationId xmlns:a16="http://schemas.microsoft.com/office/drawing/2014/main" id="{324963C0-80BD-4B88-9CB6-486086A70CAB}"/>
                    </a:ext>
                  </a:extLst>
                </p:cNvPr>
                <p:cNvSpPr/>
                <p:nvPr/>
              </p:nvSpPr>
              <p:spPr>
                <a:xfrm>
                  <a:off x="9657615" y="2546261"/>
                  <a:ext cx="1104170" cy="330765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/>
                    <a:t>res-camp</a:t>
                  </a:r>
                  <a:endParaRPr lang="ko-KR" altLang="en-US" sz="1100" dirty="0"/>
                </a:p>
              </p:txBody>
            </p:sp>
            <p:sp>
              <p:nvSpPr>
                <p:cNvPr id="72" name="사각형: 둥근 모서리 71">
                  <a:extLst>
                    <a:ext uri="{FF2B5EF4-FFF2-40B4-BE49-F238E27FC236}">
                      <a16:creationId xmlns:a16="http://schemas.microsoft.com/office/drawing/2014/main" id="{ACDF52BC-4385-48F7-A23E-E11AA9E2906B}"/>
                    </a:ext>
                  </a:extLst>
                </p:cNvPr>
                <p:cNvSpPr/>
                <p:nvPr/>
              </p:nvSpPr>
              <p:spPr>
                <a:xfrm>
                  <a:off x="9657615" y="3412126"/>
                  <a:ext cx="1104170" cy="330765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/>
                    <a:t>res-admin</a:t>
                  </a:r>
                  <a:endParaRPr lang="ko-KR" altLang="en-US" sz="1100" dirty="0"/>
                </a:p>
              </p:txBody>
            </p: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BEE650FE-D4B7-4E77-A6FA-E9F5725F770D}"/>
                    </a:ext>
                  </a:extLst>
                </p:cNvPr>
                <p:cNvSpPr/>
                <p:nvPr/>
              </p:nvSpPr>
              <p:spPr>
                <a:xfrm>
                  <a:off x="9657615" y="2979194"/>
                  <a:ext cx="1104170" cy="330765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2800" dirty="0"/>
                    <a:t>〮〮〮〮</a:t>
                  </a:r>
                  <a:endParaRPr lang="ko-KR" altLang="en-US" sz="1100" dirty="0"/>
                </a:p>
              </p:txBody>
            </p:sp>
            <p:cxnSp>
              <p:nvCxnSpPr>
                <p:cNvPr id="74" name="연결선: 꺾임 73">
                  <a:extLst>
                    <a:ext uri="{FF2B5EF4-FFF2-40B4-BE49-F238E27FC236}">
                      <a16:creationId xmlns:a16="http://schemas.microsoft.com/office/drawing/2014/main" id="{2DCFB76A-62EF-48B6-B555-2CCB2BEC08EC}"/>
                    </a:ext>
                  </a:extLst>
                </p:cNvPr>
                <p:cNvCxnSpPr>
                  <a:stCxn id="70" idx="3"/>
                  <a:endCxn id="71" idx="1"/>
                </p:cNvCxnSpPr>
                <p:nvPr/>
              </p:nvCxnSpPr>
              <p:spPr>
                <a:xfrm flipV="1">
                  <a:off x="9453354" y="2711644"/>
                  <a:ext cx="204261" cy="432932"/>
                </a:xfrm>
                <a:prstGeom prst="bentConnector3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연결선: 꺾임 74">
                  <a:extLst>
                    <a:ext uri="{FF2B5EF4-FFF2-40B4-BE49-F238E27FC236}">
                      <a16:creationId xmlns:a16="http://schemas.microsoft.com/office/drawing/2014/main" id="{534AEE46-9652-4D13-A871-3667EBDDF243}"/>
                    </a:ext>
                  </a:extLst>
                </p:cNvPr>
                <p:cNvCxnSpPr>
                  <a:stCxn id="70" idx="3"/>
                  <a:endCxn id="73" idx="1"/>
                </p:cNvCxnSpPr>
                <p:nvPr/>
              </p:nvCxnSpPr>
              <p:spPr>
                <a:xfrm>
                  <a:off x="9453354" y="3144576"/>
                  <a:ext cx="204261" cy="1"/>
                </a:xfrm>
                <a:prstGeom prst="bentConnector3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연결선: 꺾임 75">
                  <a:extLst>
                    <a:ext uri="{FF2B5EF4-FFF2-40B4-BE49-F238E27FC236}">
                      <a16:creationId xmlns:a16="http://schemas.microsoft.com/office/drawing/2014/main" id="{813EFFE5-3076-4AD2-978C-9412B8B8A0E9}"/>
                    </a:ext>
                  </a:extLst>
                </p:cNvPr>
                <p:cNvCxnSpPr>
                  <a:stCxn id="70" idx="3"/>
                  <a:endCxn id="72" idx="1"/>
                </p:cNvCxnSpPr>
                <p:nvPr/>
              </p:nvCxnSpPr>
              <p:spPr>
                <a:xfrm>
                  <a:off x="9453354" y="3144576"/>
                  <a:ext cx="204261" cy="432933"/>
                </a:xfrm>
                <a:prstGeom prst="bentConnector3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A14631ED-4244-4CC6-93C2-9F0148B3BFDD}"/>
                  </a:ext>
                </a:extLst>
              </p:cNvPr>
              <p:cNvGrpSpPr/>
              <p:nvPr/>
            </p:nvGrpSpPr>
            <p:grpSpPr>
              <a:xfrm>
                <a:off x="8152457" y="4848903"/>
                <a:ext cx="2171178" cy="743409"/>
                <a:chOff x="8590607" y="2793522"/>
                <a:chExt cx="2171178" cy="743409"/>
              </a:xfrm>
            </p:grpSpPr>
            <p:sp>
              <p:nvSpPr>
                <p:cNvPr id="78" name="사각형: 둥근 모서리 77">
                  <a:extLst>
                    <a:ext uri="{FF2B5EF4-FFF2-40B4-BE49-F238E27FC236}">
                      <a16:creationId xmlns:a16="http://schemas.microsoft.com/office/drawing/2014/main" id="{3949DC70-FE71-4721-BB73-E62FF7E52B47}"/>
                    </a:ext>
                  </a:extLst>
                </p:cNvPr>
                <p:cNvSpPr/>
                <p:nvPr/>
              </p:nvSpPr>
              <p:spPr>
                <a:xfrm>
                  <a:off x="8590607" y="2979193"/>
                  <a:ext cx="862747" cy="330765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cul</a:t>
                  </a:r>
                  <a:endParaRPr lang="ko-KR" altLang="en-US" dirty="0"/>
                </a:p>
              </p:txBody>
            </p:sp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41CCEB56-AE94-42DC-A08B-E041D95FECFA}"/>
                    </a:ext>
                  </a:extLst>
                </p:cNvPr>
                <p:cNvSpPr/>
                <p:nvPr/>
              </p:nvSpPr>
              <p:spPr>
                <a:xfrm>
                  <a:off x="9657615" y="2793522"/>
                  <a:ext cx="1104170" cy="330765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 err="1"/>
                    <a:t>cul</a:t>
                  </a:r>
                  <a:r>
                    <a:rPr lang="en-US" altLang="ko-KR" sz="1100" dirty="0"/>
                    <a:t>-reserve</a:t>
                  </a:r>
                  <a:endParaRPr lang="ko-KR" altLang="en-US" sz="1100" dirty="0"/>
                </a:p>
              </p:txBody>
            </p:sp>
            <p:sp>
              <p:nvSpPr>
                <p:cNvPr id="80" name="사각형: 둥근 모서리 79">
                  <a:extLst>
                    <a:ext uri="{FF2B5EF4-FFF2-40B4-BE49-F238E27FC236}">
                      <a16:creationId xmlns:a16="http://schemas.microsoft.com/office/drawing/2014/main" id="{55C0EAE1-FA4B-43C5-A0AB-AD1B637D3D9B}"/>
                    </a:ext>
                  </a:extLst>
                </p:cNvPr>
                <p:cNvSpPr/>
                <p:nvPr/>
              </p:nvSpPr>
              <p:spPr>
                <a:xfrm>
                  <a:off x="9657615" y="3206166"/>
                  <a:ext cx="1104170" cy="330765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 err="1"/>
                    <a:t>cul</a:t>
                  </a:r>
                  <a:r>
                    <a:rPr lang="en-US" altLang="ko-KR" sz="1100" dirty="0"/>
                    <a:t>-admin</a:t>
                  </a:r>
                  <a:endParaRPr lang="ko-KR" altLang="en-US" sz="1100" dirty="0"/>
                </a:p>
              </p:txBody>
            </p:sp>
            <p:cxnSp>
              <p:nvCxnSpPr>
                <p:cNvPr id="82" name="연결선: 꺾임 81">
                  <a:extLst>
                    <a:ext uri="{FF2B5EF4-FFF2-40B4-BE49-F238E27FC236}">
                      <a16:creationId xmlns:a16="http://schemas.microsoft.com/office/drawing/2014/main" id="{1CA999AA-D38C-4425-A7A5-408DF7D64EFC}"/>
                    </a:ext>
                  </a:extLst>
                </p:cNvPr>
                <p:cNvCxnSpPr>
                  <a:stCxn id="78" idx="3"/>
                  <a:endCxn id="79" idx="1"/>
                </p:cNvCxnSpPr>
                <p:nvPr/>
              </p:nvCxnSpPr>
              <p:spPr>
                <a:xfrm flipV="1">
                  <a:off x="9453354" y="2958905"/>
                  <a:ext cx="204261" cy="185671"/>
                </a:xfrm>
                <a:prstGeom prst="bentConnector3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연결선: 꺾임 83">
                  <a:extLst>
                    <a:ext uri="{FF2B5EF4-FFF2-40B4-BE49-F238E27FC236}">
                      <a16:creationId xmlns:a16="http://schemas.microsoft.com/office/drawing/2014/main" id="{2F7471FC-C6BC-428D-9B48-31F770E4670A}"/>
                    </a:ext>
                  </a:extLst>
                </p:cNvPr>
                <p:cNvCxnSpPr>
                  <a:stCxn id="78" idx="3"/>
                  <a:endCxn id="80" idx="1"/>
                </p:cNvCxnSpPr>
                <p:nvPr/>
              </p:nvCxnSpPr>
              <p:spPr>
                <a:xfrm>
                  <a:off x="9453354" y="3144576"/>
                  <a:ext cx="204261" cy="226973"/>
                </a:xfrm>
                <a:prstGeom prst="bentConnector3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219956F-7C12-4244-B184-943C836A5611}"/>
                </a:ext>
              </a:extLst>
            </p:cNvPr>
            <p:cNvSpPr txBox="1"/>
            <p:nvPr/>
          </p:nvSpPr>
          <p:spPr>
            <a:xfrm>
              <a:off x="9419948" y="248422"/>
              <a:ext cx="987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CI / CD</a:t>
              </a:r>
              <a:endParaRPr lang="ko-KR" altLang="en-US" b="1" dirty="0"/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CE160306-E1F3-4E0D-92DD-1080BD650F78}"/>
                </a:ext>
              </a:extLst>
            </p:cNvPr>
            <p:cNvSpPr/>
            <p:nvPr/>
          </p:nvSpPr>
          <p:spPr>
            <a:xfrm>
              <a:off x="10811606" y="793561"/>
              <a:ext cx="1085850" cy="113713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Hobor</a:t>
              </a:r>
              <a:endParaRPr lang="ko-KR" altLang="en-US" dirty="0"/>
            </a:p>
          </p:txBody>
        </p:sp>
        <p:sp>
          <p:nvSpPr>
            <p:cNvPr id="110" name="사각형: 둥근 모서리 109">
              <a:extLst>
                <a:ext uri="{FF2B5EF4-FFF2-40B4-BE49-F238E27FC236}">
                  <a16:creationId xmlns:a16="http://schemas.microsoft.com/office/drawing/2014/main" id="{8CA764B5-C276-4CA4-9000-98AB1828E019}"/>
                </a:ext>
              </a:extLst>
            </p:cNvPr>
            <p:cNvSpPr/>
            <p:nvPr/>
          </p:nvSpPr>
          <p:spPr>
            <a:xfrm>
              <a:off x="10811606" y="2775093"/>
              <a:ext cx="1085850" cy="113713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Tekton</a:t>
              </a:r>
              <a:endParaRPr lang="ko-KR" altLang="en-US" dirty="0"/>
            </a:p>
          </p:txBody>
        </p:sp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1C103992-3FD4-4E16-A655-395B90BAD068}"/>
                </a:ext>
              </a:extLst>
            </p:cNvPr>
            <p:cNvSpPr/>
            <p:nvPr/>
          </p:nvSpPr>
          <p:spPr>
            <a:xfrm>
              <a:off x="10811606" y="4756624"/>
              <a:ext cx="1085850" cy="113713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err="1"/>
                <a:t>ArgoCD</a:t>
              </a:r>
              <a:endParaRPr lang="ko-KR" altLang="en-US" dirty="0"/>
            </a:p>
          </p:txBody>
        </p:sp>
      </p:grp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1CCDD18E-90BF-4BCD-AE67-AA10692885BA}"/>
              </a:ext>
            </a:extLst>
          </p:cNvPr>
          <p:cNvCxnSpPr>
            <a:stCxn id="70" idx="1"/>
            <a:endCxn id="91" idx="3"/>
          </p:cNvCxnSpPr>
          <p:nvPr/>
        </p:nvCxnSpPr>
        <p:spPr>
          <a:xfrm rot="10800000">
            <a:off x="6745531" y="3508013"/>
            <a:ext cx="1406926" cy="624605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6A5FB812-59DC-4BBA-A05A-CF13AC171676}"/>
              </a:ext>
            </a:extLst>
          </p:cNvPr>
          <p:cNvCxnSpPr>
            <a:stCxn id="21" idx="1"/>
            <a:endCxn id="18" idx="3"/>
          </p:cNvCxnSpPr>
          <p:nvPr/>
        </p:nvCxnSpPr>
        <p:spPr>
          <a:xfrm rot="10800000">
            <a:off x="6745531" y="1578234"/>
            <a:ext cx="1406926" cy="1239782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B9421284-5DA3-409E-8B8F-54372C4C95AE}"/>
              </a:ext>
            </a:extLst>
          </p:cNvPr>
          <p:cNvCxnSpPr>
            <a:stCxn id="78" idx="1"/>
            <a:endCxn id="108" idx="3"/>
          </p:cNvCxnSpPr>
          <p:nvPr/>
        </p:nvCxnSpPr>
        <p:spPr>
          <a:xfrm rot="10800000" flipV="1">
            <a:off x="6745531" y="5199957"/>
            <a:ext cx="1406926" cy="237832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797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>
            <a:extLst>
              <a:ext uri="{FF2B5EF4-FFF2-40B4-BE49-F238E27FC236}">
                <a16:creationId xmlns:a16="http://schemas.microsoft.com/office/drawing/2014/main" id="{08EE174C-EE12-4DCB-80ED-7130879DC4DC}"/>
              </a:ext>
            </a:extLst>
          </p:cNvPr>
          <p:cNvGrpSpPr/>
          <p:nvPr/>
        </p:nvGrpSpPr>
        <p:grpSpPr>
          <a:xfrm>
            <a:off x="10724403" y="2442387"/>
            <a:ext cx="1207477" cy="1137138"/>
            <a:chOff x="9400941" y="1954795"/>
            <a:chExt cx="1207477" cy="1137138"/>
          </a:xfrm>
        </p:grpSpPr>
        <p:sp>
          <p:nvSpPr>
            <p:cNvPr id="85" name="육각형 84">
              <a:extLst>
                <a:ext uri="{FF2B5EF4-FFF2-40B4-BE49-F238E27FC236}">
                  <a16:creationId xmlns:a16="http://schemas.microsoft.com/office/drawing/2014/main" id="{2121B278-8F1F-4083-872C-05987909CC90}"/>
                </a:ext>
              </a:extLst>
            </p:cNvPr>
            <p:cNvSpPr/>
            <p:nvPr/>
          </p:nvSpPr>
          <p:spPr>
            <a:xfrm>
              <a:off x="9400941" y="1954795"/>
              <a:ext cx="1207477" cy="1137138"/>
            </a:xfrm>
            <a:prstGeom prst="hexagon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다이아몬드 85">
              <a:extLst>
                <a:ext uri="{FF2B5EF4-FFF2-40B4-BE49-F238E27FC236}">
                  <a16:creationId xmlns:a16="http://schemas.microsoft.com/office/drawing/2014/main" id="{DE7B521E-CCD0-49E0-BA78-06E2FA3BE239}"/>
                </a:ext>
              </a:extLst>
            </p:cNvPr>
            <p:cNvSpPr/>
            <p:nvPr/>
          </p:nvSpPr>
          <p:spPr>
            <a:xfrm>
              <a:off x="9736514" y="1954795"/>
              <a:ext cx="536330" cy="490359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  <a:scene3d>
              <a:camera prst="orthographicFront">
                <a:rot lat="18000000" lon="0" rev="0"/>
              </a:camera>
              <a:lightRig rig="threePt" dir="t"/>
            </a:scene3d>
            <a:sp3d extrusionH="381000" contourW="38100">
              <a:contourClr>
                <a:schemeClr val="accent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94553DF-705E-44A9-9D59-2A442C65779C}"/>
                </a:ext>
              </a:extLst>
            </p:cNvPr>
            <p:cNvSpPr txBox="1"/>
            <p:nvPr/>
          </p:nvSpPr>
          <p:spPr>
            <a:xfrm>
              <a:off x="9602164" y="2551939"/>
              <a:ext cx="8050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App pod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251090D-2561-4EAE-9498-6F0606DA464C}"/>
              </a:ext>
            </a:extLst>
          </p:cNvPr>
          <p:cNvSpPr/>
          <p:nvPr/>
        </p:nvSpPr>
        <p:spPr>
          <a:xfrm>
            <a:off x="4529689" y="2707615"/>
            <a:ext cx="2096232" cy="9155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Spring Boot Application</a:t>
            </a:r>
          </a:p>
          <a:p>
            <a:pPr algn="ctr"/>
            <a:r>
              <a:rPr lang="en-US" altLang="ko-KR" sz="1200" dirty="0"/>
              <a:t>[app.jar]</a:t>
            </a:r>
            <a:endParaRPr lang="ko-KR" altLang="en-US" sz="1200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9979201-9D11-4E9C-BF96-9502FC173FD7}"/>
              </a:ext>
            </a:extLst>
          </p:cNvPr>
          <p:cNvGrpSpPr/>
          <p:nvPr/>
        </p:nvGrpSpPr>
        <p:grpSpPr>
          <a:xfrm>
            <a:off x="711280" y="654977"/>
            <a:ext cx="3818409" cy="5020796"/>
            <a:chOff x="553296" y="911081"/>
            <a:chExt cx="3818409" cy="5020796"/>
          </a:xfrm>
        </p:grpSpPr>
        <p:sp>
          <p:nvSpPr>
            <p:cNvPr id="33" name="설명선: 오른쪽 화살표 32">
              <a:extLst>
                <a:ext uri="{FF2B5EF4-FFF2-40B4-BE49-F238E27FC236}">
                  <a16:creationId xmlns:a16="http://schemas.microsoft.com/office/drawing/2014/main" id="{DAEE8155-5894-4ABE-BB93-455CFA6D6A2B}"/>
                </a:ext>
              </a:extLst>
            </p:cNvPr>
            <p:cNvSpPr/>
            <p:nvPr/>
          </p:nvSpPr>
          <p:spPr>
            <a:xfrm>
              <a:off x="553296" y="911081"/>
              <a:ext cx="3818409" cy="5020796"/>
            </a:xfrm>
            <a:prstGeom prst="rightArrowCallout">
              <a:avLst>
                <a:gd name="adj1" fmla="val 15011"/>
                <a:gd name="adj2" fmla="val 12749"/>
                <a:gd name="adj3" fmla="val 16121"/>
                <a:gd name="adj4" fmla="val 68126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C6E0649E-9FC1-4C16-9EEE-D6E1A7CCF2D0}"/>
                </a:ext>
              </a:extLst>
            </p:cNvPr>
            <p:cNvSpPr/>
            <p:nvPr/>
          </p:nvSpPr>
          <p:spPr>
            <a:xfrm>
              <a:off x="847831" y="4805742"/>
              <a:ext cx="1976201" cy="86822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Spring Boot 3.5.9</a:t>
              </a:r>
            </a:p>
            <a:p>
              <a:pPr algn="ctr"/>
              <a:r>
                <a:rPr lang="en-US" altLang="ko-KR" sz="1400" dirty="0"/>
                <a:t>Embedded Tomcat</a:t>
              </a:r>
              <a:endParaRPr lang="ko-KR" altLang="en-US" sz="1400" dirty="0"/>
            </a:p>
          </p:txBody>
        </p:sp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19562182-039B-437E-8DCE-2BE82007BC70}"/>
                </a:ext>
              </a:extLst>
            </p:cNvPr>
            <p:cNvSpPr/>
            <p:nvPr/>
          </p:nvSpPr>
          <p:spPr>
            <a:xfrm>
              <a:off x="847831" y="4309703"/>
              <a:ext cx="1976201" cy="44547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Spring-web</a:t>
              </a:r>
              <a:endParaRPr lang="ko-KR" altLang="en-US" sz="1400" dirty="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5BE38C9A-5F8C-449E-A4BF-15E940FFFE9C}"/>
                </a:ext>
              </a:extLst>
            </p:cNvPr>
            <p:cNvSpPr/>
            <p:nvPr/>
          </p:nvSpPr>
          <p:spPr>
            <a:xfrm>
              <a:off x="847831" y="3813663"/>
              <a:ext cx="1976201" cy="44547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Spring-data</a:t>
              </a:r>
              <a:endParaRPr lang="ko-KR" altLang="en-US" sz="1400" dirty="0"/>
            </a:p>
          </p:txBody>
        </p:sp>
        <p:sp>
          <p:nvSpPr>
            <p:cNvPr id="132" name="사각형: 둥근 모서리 131">
              <a:extLst>
                <a:ext uri="{FF2B5EF4-FFF2-40B4-BE49-F238E27FC236}">
                  <a16:creationId xmlns:a16="http://schemas.microsoft.com/office/drawing/2014/main" id="{BCEAF06A-AF81-45BF-98D0-4798C90C8C6B}"/>
                </a:ext>
              </a:extLst>
            </p:cNvPr>
            <p:cNvSpPr/>
            <p:nvPr/>
          </p:nvSpPr>
          <p:spPr>
            <a:xfrm>
              <a:off x="847831" y="3317623"/>
              <a:ext cx="1976201" cy="44547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Spring-Security</a:t>
              </a:r>
              <a:endParaRPr lang="ko-KR" altLang="en-US" sz="1400" dirty="0"/>
            </a:p>
          </p:txBody>
        </p:sp>
        <p:sp>
          <p:nvSpPr>
            <p:cNvPr id="133" name="사각형: 둥근 모서리 132">
              <a:extLst>
                <a:ext uri="{FF2B5EF4-FFF2-40B4-BE49-F238E27FC236}">
                  <a16:creationId xmlns:a16="http://schemas.microsoft.com/office/drawing/2014/main" id="{8A3688A2-34D5-49E7-9C50-B529373CF47E}"/>
                </a:ext>
              </a:extLst>
            </p:cNvPr>
            <p:cNvSpPr/>
            <p:nvPr/>
          </p:nvSpPr>
          <p:spPr>
            <a:xfrm>
              <a:off x="847831" y="2821583"/>
              <a:ext cx="1976201" cy="44547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Spring-Actuator</a:t>
              </a:r>
              <a:endParaRPr lang="ko-KR" altLang="en-US" sz="1400" dirty="0"/>
            </a:p>
          </p:txBody>
        </p:sp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92E8B659-6372-4EAA-AB1A-E19CA465D7F5}"/>
                </a:ext>
              </a:extLst>
            </p:cNvPr>
            <p:cNvSpPr/>
            <p:nvPr/>
          </p:nvSpPr>
          <p:spPr>
            <a:xfrm>
              <a:off x="847831" y="2005358"/>
              <a:ext cx="1976201" cy="44547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lombok</a:t>
              </a:r>
              <a:endParaRPr lang="ko-KR" altLang="en-US" sz="1400" dirty="0"/>
            </a:p>
          </p:txBody>
        </p:sp>
        <p:sp>
          <p:nvSpPr>
            <p:cNvPr id="135" name="사각형: 둥근 모서리 134">
              <a:extLst>
                <a:ext uri="{FF2B5EF4-FFF2-40B4-BE49-F238E27FC236}">
                  <a16:creationId xmlns:a16="http://schemas.microsoft.com/office/drawing/2014/main" id="{ED0EC7FF-42C7-40A2-BA3B-CCA2DE29DDFA}"/>
                </a:ext>
              </a:extLst>
            </p:cNvPr>
            <p:cNvSpPr/>
            <p:nvPr/>
          </p:nvSpPr>
          <p:spPr>
            <a:xfrm>
              <a:off x="847831" y="1509318"/>
              <a:ext cx="1976201" cy="44547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log4jdbc</a:t>
              </a:r>
              <a:endParaRPr lang="ko-KR" altLang="en-US" sz="1400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831339A1-883C-472E-B0A6-BBFAEA064E0D}"/>
                </a:ext>
              </a:extLst>
            </p:cNvPr>
            <p:cNvSpPr txBox="1"/>
            <p:nvPr/>
          </p:nvSpPr>
          <p:spPr>
            <a:xfrm rot="5400000">
              <a:off x="1503667" y="2343823"/>
              <a:ext cx="664526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/>
                <a:t>〮〮〮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5980CA09-968E-4967-B96A-B063731FAEF3}"/>
                </a:ext>
              </a:extLst>
            </p:cNvPr>
            <p:cNvSpPr txBox="1"/>
            <p:nvPr/>
          </p:nvSpPr>
          <p:spPr>
            <a:xfrm>
              <a:off x="1007850" y="1037257"/>
              <a:ext cx="165615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Spring Project</a:t>
              </a:r>
              <a:endParaRPr lang="ko-KR" altLang="en-US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C3ABF741-C916-429F-86C0-9C32AF31C4BA}"/>
              </a:ext>
            </a:extLst>
          </p:cNvPr>
          <p:cNvSpPr txBox="1"/>
          <p:nvPr/>
        </p:nvSpPr>
        <p:spPr>
          <a:xfrm>
            <a:off x="3300002" y="3154192"/>
            <a:ext cx="10557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Maven Build</a:t>
            </a:r>
            <a:endParaRPr lang="ko-KR" altLang="en-US" sz="1200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2759524-6828-41AC-9027-A7252245F98C}"/>
              </a:ext>
            </a:extLst>
          </p:cNvPr>
          <p:cNvGrpSpPr/>
          <p:nvPr/>
        </p:nvGrpSpPr>
        <p:grpSpPr>
          <a:xfrm>
            <a:off x="6771506" y="1384482"/>
            <a:ext cx="3938835" cy="3258192"/>
            <a:chOff x="6452602" y="1266916"/>
            <a:chExt cx="3938835" cy="3258192"/>
          </a:xfrm>
        </p:grpSpPr>
        <p:sp>
          <p:nvSpPr>
            <p:cNvPr id="149" name="설명선: 오른쪽 화살표 148">
              <a:extLst>
                <a:ext uri="{FF2B5EF4-FFF2-40B4-BE49-F238E27FC236}">
                  <a16:creationId xmlns:a16="http://schemas.microsoft.com/office/drawing/2014/main" id="{6CEEBBA1-49E9-4193-AF47-DABEA3CE0FE3}"/>
                </a:ext>
              </a:extLst>
            </p:cNvPr>
            <p:cNvSpPr/>
            <p:nvPr/>
          </p:nvSpPr>
          <p:spPr>
            <a:xfrm>
              <a:off x="6452602" y="1266916"/>
              <a:ext cx="3938835" cy="3258192"/>
            </a:xfrm>
            <a:prstGeom prst="rightArrowCallout">
              <a:avLst>
                <a:gd name="adj1" fmla="val 12321"/>
                <a:gd name="adj2" fmla="val 12749"/>
                <a:gd name="adj3" fmla="val 16953"/>
                <a:gd name="adj4" fmla="val 69756"/>
              </a:avLst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D57B855-9057-4DFE-AA44-4E78CA7FBEB4}"/>
                </a:ext>
              </a:extLst>
            </p:cNvPr>
            <p:cNvSpPr txBox="1"/>
            <p:nvPr/>
          </p:nvSpPr>
          <p:spPr>
            <a:xfrm>
              <a:off x="7170230" y="1310441"/>
              <a:ext cx="13050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Docker file</a:t>
              </a:r>
              <a:endParaRPr lang="ko-KR" altLang="en-US" dirty="0"/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B648E935-A2C1-4181-83A2-5F5759051D79}"/>
                </a:ext>
              </a:extLst>
            </p:cNvPr>
            <p:cNvSpPr/>
            <p:nvPr/>
          </p:nvSpPr>
          <p:spPr>
            <a:xfrm>
              <a:off x="6663181" y="3516031"/>
              <a:ext cx="2401382" cy="740022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Base Image</a:t>
              </a:r>
            </a:p>
            <a:p>
              <a:pPr algn="ctr"/>
              <a:r>
                <a:rPr lang="en-US" altLang="ko-KR" sz="1400" dirty="0"/>
                <a:t>ex) FROM temurin-jre21</a:t>
              </a:r>
              <a:endParaRPr lang="ko-KR" altLang="en-US" sz="1400" dirty="0"/>
            </a:p>
          </p:txBody>
        </p:sp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C479B37C-3FAD-40B0-BF51-97C7015E1E7D}"/>
                </a:ext>
              </a:extLst>
            </p:cNvPr>
            <p:cNvSpPr/>
            <p:nvPr/>
          </p:nvSpPr>
          <p:spPr>
            <a:xfrm>
              <a:off x="6663180" y="2565711"/>
              <a:ext cx="2401383" cy="9155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Spring Boot Application</a:t>
              </a:r>
            </a:p>
            <a:p>
              <a:pPr algn="ctr"/>
              <a:endParaRPr lang="en-US" altLang="ko-KR" sz="1200" dirty="0"/>
            </a:p>
            <a:p>
              <a:r>
                <a:rPr lang="en-US" altLang="ko-KR" sz="1200" dirty="0"/>
                <a:t>ex) COPY app.jar /app/app.jar </a:t>
              </a:r>
              <a:endParaRPr lang="ko-KR" altLang="en-US" sz="1200" dirty="0"/>
            </a:p>
          </p:txBody>
        </p:sp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FBB37580-C70D-4B74-8088-FB8DEF041724}"/>
                </a:ext>
              </a:extLst>
            </p:cNvPr>
            <p:cNvSpPr/>
            <p:nvPr/>
          </p:nvSpPr>
          <p:spPr>
            <a:xfrm>
              <a:off x="6663180" y="1790889"/>
              <a:ext cx="2401383" cy="740022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Entry-Point</a:t>
              </a:r>
            </a:p>
            <a:p>
              <a:pPr algn="ctr"/>
              <a:endParaRPr lang="en-US" altLang="ko-KR" sz="1200" dirty="0"/>
            </a:p>
            <a:p>
              <a:pPr algn="ctr"/>
              <a:r>
                <a:rPr lang="en-US" altLang="ko-KR" sz="1200" dirty="0"/>
                <a:t>ex) java –jar /app/app.jar</a:t>
              </a:r>
              <a:endParaRPr lang="ko-KR" altLang="en-US" sz="1200" dirty="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2EAB2653-E36A-4B1D-9861-57B0F0656DB7}"/>
                </a:ext>
              </a:extLst>
            </p:cNvPr>
            <p:cNvSpPr txBox="1"/>
            <p:nvPr/>
          </p:nvSpPr>
          <p:spPr>
            <a:xfrm>
              <a:off x="9198913" y="2757512"/>
              <a:ext cx="10581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docker Build</a:t>
              </a:r>
              <a:endParaRPr lang="ko-KR" altLang="en-US" sz="1200" dirty="0"/>
            </a:p>
          </p:txBody>
        </p:sp>
      </p:grpSp>
      <p:sp>
        <p:nvSpPr>
          <p:cNvPr id="45" name="화살표: 톱니 모양의 오른쪽 44">
            <a:extLst>
              <a:ext uri="{FF2B5EF4-FFF2-40B4-BE49-F238E27FC236}">
                <a16:creationId xmlns:a16="http://schemas.microsoft.com/office/drawing/2014/main" id="{7B082277-AE1D-453A-8EA6-8CF9D50BB423}"/>
              </a:ext>
            </a:extLst>
          </p:cNvPr>
          <p:cNvSpPr/>
          <p:nvPr/>
        </p:nvSpPr>
        <p:spPr>
          <a:xfrm>
            <a:off x="6625921" y="2954416"/>
            <a:ext cx="322313" cy="32002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화살표: 왼쪽/오른쪽 46">
            <a:extLst>
              <a:ext uri="{FF2B5EF4-FFF2-40B4-BE49-F238E27FC236}">
                <a16:creationId xmlns:a16="http://schemas.microsoft.com/office/drawing/2014/main" id="{2FC0DF02-674C-42DF-920B-54E066A82EE5}"/>
              </a:ext>
            </a:extLst>
          </p:cNvPr>
          <p:cNvSpPr/>
          <p:nvPr/>
        </p:nvSpPr>
        <p:spPr>
          <a:xfrm>
            <a:off x="711280" y="5982621"/>
            <a:ext cx="2588722" cy="320020"/>
          </a:xfrm>
          <a:prstGeom prst="left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화살표: 왼쪽/오른쪽 153">
            <a:extLst>
              <a:ext uri="{FF2B5EF4-FFF2-40B4-BE49-F238E27FC236}">
                <a16:creationId xmlns:a16="http://schemas.microsoft.com/office/drawing/2014/main" id="{7FEB0E13-A9A4-4A8A-B37B-1F6C0609A0FB}"/>
              </a:ext>
            </a:extLst>
          </p:cNvPr>
          <p:cNvSpPr/>
          <p:nvPr/>
        </p:nvSpPr>
        <p:spPr>
          <a:xfrm>
            <a:off x="3300001" y="5982621"/>
            <a:ext cx="7424402" cy="320020"/>
          </a:xfrm>
          <a:prstGeom prst="left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7D988D-98F2-4CE1-BBD2-3030DE1C0471}"/>
              </a:ext>
            </a:extLst>
          </p:cNvPr>
          <p:cNvSpPr txBox="1"/>
          <p:nvPr/>
        </p:nvSpPr>
        <p:spPr>
          <a:xfrm>
            <a:off x="1580606" y="5724713"/>
            <a:ext cx="724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Gitea</a:t>
            </a:r>
            <a:endParaRPr lang="ko-KR" altLang="en-US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4A6E78F-834B-4879-A26C-A95C5040956E}"/>
              </a:ext>
            </a:extLst>
          </p:cNvPr>
          <p:cNvSpPr txBox="1"/>
          <p:nvPr/>
        </p:nvSpPr>
        <p:spPr>
          <a:xfrm>
            <a:off x="6577179" y="5724713"/>
            <a:ext cx="870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Tekton</a:t>
            </a:r>
            <a:endParaRPr lang="ko-KR" altLang="en-US" dirty="0"/>
          </a:p>
        </p:txBody>
      </p:sp>
      <p:sp>
        <p:nvSpPr>
          <p:cNvPr id="159" name="화살표: 왼쪽/오른쪽 158">
            <a:extLst>
              <a:ext uri="{FF2B5EF4-FFF2-40B4-BE49-F238E27FC236}">
                <a16:creationId xmlns:a16="http://schemas.microsoft.com/office/drawing/2014/main" id="{3CED7382-5048-45D6-97F7-32CC1FBE0965}"/>
              </a:ext>
            </a:extLst>
          </p:cNvPr>
          <p:cNvSpPr/>
          <p:nvPr/>
        </p:nvSpPr>
        <p:spPr>
          <a:xfrm>
            <a:off x="10724402" y="5982621"/>
            <a:ext cx="1207477" cy="320020"/>
          </a:xfrm>
          <a:prstGeom prst="leftRightArrow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1A72AF8-2C77-4826-B79C-73CAFC19AB26}"/>
              </a:ext>
            </a:extLst>
          </p:cNvPr>
          <p:cNvSpPr txBox="1"/>
          <p:nvPr/>
        </p:nvSpPr>
        <p:spPr>
          <a:xfrm>
            <a:off x="10860609" y="5724713"/>
            <a:ext cx="1003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ArgoCD</a:t>
            </a:r>
            <a:endParaRPr lang="ko-KR" altLang="en-US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7411CB4-ACB9-4376-A502-BF89EEBBA07D}"/>
              </a:ext>
            </a:extLst>
          </p:cNvPr>
          <p:cNvSpPr txBox="1"/>
          <p:nvPr/>
        </p:nvSpPr>
        <p:spPr>
          <a:xfrm>
            <a:off x="3300002" y="2901031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git clone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32856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97B37B4C-FE80-411A-9916-B66D486996BC}"/>
              </a:ext>
            </a:extLst>
          </p:cNvPr>
          <p:cNvSpPr/>
          <p:nvPr/>
        </p:nvSpPr>
        <p:spPr>
          <a:xfrm>
            <a:off x="581228" y="446954"/>
            <a:ext cx="9295564" cy="6262320"/>
          </a:xfrm>
          <a:prstGeom prst="roundRect">
            <a:avLst>
              <a:gd name="adj" fmla="val 673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D1BA76E-819A-4087-B444-4172992A2FBA}"/>
              </a:ext>
            </a:extLst>
          </p:cNvPr>
          <p:cNvSpPr/>
          <p:nvPr/>
        </p:nvSpPr>
        <p:spPr>
          <a:xfrm>
            <a:off x="994050" y="979930"/>
            <a:ext cx="8164286" cy="5579699"/>
          </a:xfrm>
          <a:prstGeom prst="roundRect">
            <a:avLst>
              <a:gd name="adj" fmla="val 6735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42491902-E42C-433E-87F2-0F7FD61B2EB5}"/>
              </a:ext>
            </a:extLst>
          </p:cNvPr>
          <p:cNvSpPr/>
          <p:nvPr/>
        </p:nvSpPr>
        <p:spPr>
          <a:xfrm>
            <a:off x="2228354" y="1420029"/>
            <a:ext cx="5695678" cy="4770892"/>
          </a:xfrm>
          <a:prstGeom prst="roundRect">
            <a:avLst>
              <a:gd name="adj" fmla="val 6735"/>
            </a:avLst>
          </a:prstGeom>
          <a:solidFill>
            <a:schemeClr val="bg1">
              <a:lumMod val="8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D16C68A-C57B-448D-8441-E954898A2CF3}"/>
              </a:ext>
            </a:extLst>
          </p:cNvPr>
          <p:cNvSpPr/>
          <p:nvPr/>
        </p:nvSpPr>
        <p:spPr>
          <a:xfrm>
            <a:off x="3266443" y="739468"/>
            <a:ext cx="3619500" cy="44009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Namespace : lea, pod n</a:t>
            </a:r>
            <a:r>
              <a:rPr lang="ko-KR" altLang="en-US" dirty="0"/>
              <a:t>개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55584A4-3AFA-4049-9281-624F28DE36B4}"/>
              </a:ext>
            </a:extLst>
          </p:cNvPr>
          <p:cNvGrpSpPr/>
          <p:nvPr/>
        </p:nvGrpSpPr>
        <p:grpSpPr>
          <a:xfrm>
            <a:off x="2516374" y="1656741"/>
            <a:ext cx="5146431" cy="2132888"/>
            <a:chOff x="3220163" y="1067330"/>
            <a:chExt cx="5146431" cy="2132888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D6096C65-455D-4074-8DC1-ADE56D72D9F9}"/>
                </a:ext>
              </a:extLst>
            </p:cNvPr>
            <p:cNvSpPr/>
            <p:nvPr/>
          </p:nvSpPr>
          <p:spPr>
            <a:xfrm>
              <a:off x="3220163" y="1322753"/>
              <a:ext cx="5146431" cy="1877465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EC875DA-3472-4D1F-AB7E-422B8EAB31B8}"/>
                </a:ext>
              </a:extLst>
            </p:cNvPr>
            <p:cNvSpPr txBox="1"/>
            <p:nvPr/>
          </p:nvSpPr>
          <p:spPr>
            <a:xfrm>
              <a:off x="6217797" y="1999734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〮〮〮〮</a:t>
              </a: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AE6F6AE4-E94C-43E0-A2BD-C022E8083BF4}"/>
                </a:ext>
              </a:extLst>
            </p:cNvPr>
            <p:cNvSpPr/>
            <p:nvPr/>
          </p:nvSpPr>
          <p:spPr>
            <a:xfrm>
              <a:off x="3983628" y="1067330"/>
              <a:ext cx="3619500" cy="440098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bg1"/>
                  </a:solidFill>
                </a:rPr>
                <a:t>Service: portal-service, pod n</a:t>
              </a:r>
              <a:r>
                <a:rPr lang="ko-KR" altLang="en-US" sz="1600" dirty="0">
                  <a:solidFill>
                    <a:schemeClr val="bg1"/>
                  </a:solidFill>
                </a:rPr>
                <a:t>개</a:t>
              </a:r>
            </a:p>
          </p:txBody>
        </p: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1E961D93-D824-4256-833D-CBAA05DAF8E7}"/>
                </a:ext>
              </a:extLst>
            </p:cNvPr>
            <p:cNvGrpSpPr/>
            <p:nvPr/>
          </p:nvGrpSpPr>
          <p:grpSpPr>
            <a:xfrm>
              <a:off x="3383173" y="1555323"/>
              <a:ext cx="1207477" cy="1258153"/>
              <a:chOff x="9726300" y="2221105"/>
              <a:chExt cx="1207477" cy="1258153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F0D77A48-00D1-438B-B7F5-7E82BC3F88C6}"/>
                  </a:ext>
                </a:extLst>
              </p:cNvPr>
              <p:cNvSpPr/>
              <p:nvPr/>
            </p:nvSpPr>
            <p:spPr>
              <a:xfrm>
                <a:off x="9726300" y="2291862"/>
                <a:ext cx="1207477" cy="1137138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69B5A1E7-1F00-44DF-9454-3BAD0AE1A33E}"/>
                  </a:ext>
                </a:extLst>
              </p:cNvPr>
              <p:cNvGrpSpPr/>
              <p:nvPr/>
            </p:nvGrpSpPr>
            <p:grpSpPr>
              <a:xfrm>
                <a:off x="10061873" y="2221105"/>
                <a:ext cx="536330" cy="831695"/>
                <a:chOff x="10061874" y="981418"/>
                <a:chExt cx="536330" cy="831695"/>
              </a:xfrm>
            </p:grpSpPr>
            <p:sp>
              <p:nvSpPr>
                <p:cNvPr id="49" name="다이아몬드 48">
                  <a:extLst>
                    <a:ext uri="{FF2B5EF4-FFF2-40B4-BE49-F238E27FC236}">
                      <a16:creationId xmlns:a16="http://schemas.microsoft.com/office/drawing/2014/main" id="{FDCF213A-7C4D-43CF-9017-86D26D806F82}"/>
                    </a:ext>
                  </a:extLst>
                </p:cNvPr>
                <p:cNvSpPr/>
                <p:nvPr/>
              </p:nvSpPr>
              <p:spPr>
                <a:xfrm>
                  <a:off x="10061874" y="1322754"/>
                  <a:ext cx="536330" cy="490359"/>
                </a:xfrm>
                <a:prstGeom prst="diamond">
                  <a:avLst/>
                </a:prstGeom>
                <a:solidFill>
                  <a:schemeClr val="accent2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254000" contourW="38100">
                  <a:contourClr>
                    <a:schemeClr val="bg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" name="다이아몬드 49">
                  <a:extLst>
                    <a:ext uri="{FF2B5EF4-FFF2-40B4-BE49-F238E27FC236}">
                      <a16:creationId xmlns:a16="http://schemas.microsoft.com/office/drawing/2014/main" id="{A10A87C8-306F-451A-A881-8404BFB3E3B1}"/>
                    </a:ext>
                  </a:extLst>
                </p:cNvPr>
                <p:cNvSpPr/>
                <p:nvPr/>
              </p:nvSpPr>
              <p:spPr>
                <a:xfrm>
                  <a:off x="10061874" y="981418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bg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6ED1E40-7D22-4C7E-B754-8CA1DE64CD43}"/>
                  </a:ext>
                </a:extLst>
              </p:cNvPr>
              <p:cNvSpPr txBox="1"/>
              <p:nvPr/>
            </p:nvSpPr>
            <p:spPr>
              <a:xfrm>
                <a:off x="10060573" y="2521877"/>
                <a:ext cx="5389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dirty="0"/>
                  <a:t>app</a:t>
                </a:r>
                <a:endParaRPr lang="ko-KR" altLang="en-US" sz="1100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413849C-0A2A-4AAF-B463-5C4DF4E5AB2E}"/>
                  </a:ext>
                </a:extLst>
              </p:cNvPr>
              <p:cNvSpPr txBox="1"/>
              <p:nvPr/>
            </p:nvSpPr>
            <p:spPr>
              <a:xfrm>
                <a:off x="9982410" y="2883523"/>
                <a:ext cx="73577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/>
                  <a:t>proxy</a:t>
                </a:r>
                <a:endParaRPr lang="ko-KR" altLang="en-US" sz="1100" b="1" dirty="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53AED9-C4D4-4991-B912-C4184DFB6735}"/>
                  </a:ext>
                </a:extLst>
              </p:cNvPr>
              <p:cNvSpPr txBox="1"/>
              <p:nvPr/>
            </p:nvSpPr>
            <p:spPr>
              <a:xfrm>
                <a:off x="10041377" y="3140704"/>
                <a:ext cx="5549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</a:rPr>
                  <a:t>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6B865295-D1B8-4BEF-8EDC-71ED6C27B8A1}"/>
                </a:ext>
              </a:extLst>
            </p:cNvPr>
            <p:cNvGrpSpPr/>
            <p:nvPr/>
          </p:nvGrpSpPr>
          <p:grpSpPr>
            <a:xfrm>
              <a:off x="4767141" y="1555323"/>
              <a:ext cx="1207477" cy="1258153"/>
              <a:chOff x="9726300" y="2221105"/>
              <a:chExt cx="1207477" cy="1258153"/>
            </a:xfrm>
          </p:grpSpPr>
          <p:sp>
            <p:nvSpPr>
              <p:cNvPr id="61" name="육각형 60">
                <a:extLst>
                  <a:ext uri="{FF2B5EF4-FFF2-40B4-BE49-F238E27FC236}">
                    <a16:creationId xmlns:a16="http://schemas.microsoft.com/office/drawing/2014/main" id="{2BC3C88D-6980-4F62-A4C1-8D3663DB97DC}"/>
                  </a:ext>
                </a:extLst>
              </p:cNvPr>
              <p:cNvSpPr/>
              <p:nvPr/>
            </p:nvSpPr>
            <p:spPr>
              <a:xfrm>
                <a:off x="9726300" y="2291862"/>
                <a:ext cx="1207477" cy="1137138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BA627FB4-C726-420A-8BAA-8B917C5E2756}"/>
                  </a:ext>
                </a:extLst>
              </p:cNvPr>
              <p:cNvGrpSpPr/>
              <p:nvPr/>
            </p:nvGrpSpPr>
            <p:grpSpPr>
              <a:xfrm>
                <a:off x="10061873" y="2221105"/>
                <a:ext cx="536330" cy="831695"/>
                <a:chOff x="10061874" y="981418"/>
                <a:chExt cx="536330" cy="831695"/>
              </a:xfrm>
            </p:grpSpPr>
            <p:sp>
              <p:nvSpPr>
                <p:cNvPr id="66" name="다이아몬드 65">
                  <a:extLst>
                    <a:ext uri="{FF2B5EF4-FFF2-40B4-BE49-F238E27FC236}">
                      <a16:creationId xmlns:a16="http://schemas.microsoft.com/office/drawing/2014/main" id="{606CF04B-3F46-4289-9B78-2688A06B1A49}"/>
                    </a:ext>
                  </a:extLst>
                </p:cNvPr>
                <p:cNvSpPr/>
                <p:nvPr/>
              </p:nvSpPr>
              <p:spPr>
                <a:xfrm>
                  <a:off x="10061874" y="1322754"/>
                  <a:ext cx="536330" cy="490359"/>
                </a:xfrm>
                <a:prstGeom prst="diamond">
                  <a:avLst/>
                </a:prstGeom>
                <a:solidFill>
                  <a:schemeClr val="accent2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254000" contourW="38100">
                  <a:contourClr>
                    <a:schemeClr val="bg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7" name="다이아몬드 66">
                  <a:extLst>
                    <a:ext uri="{FF2B5EF4-FFF2-40B4-BE49-F238E27FC236}">
                      <a16:creationId xmlns:a16="http://schemas.microsoft.com/office/drawing/2014/main" id="{E4F5D2D5-9977-49AD-BDE7-5A3C1FF5E3AA}"/>
                    </a:ext>
                  </a:extLst>
                </p:cNvPr>
                <p:cNvSpPr/>
                <p:nvPr/>
              </p:nvSpPr>
              <p:spPr>
                <a:xfrm>
                  <a:off x="10061874" y="981418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bg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C2C5840-03E6-4672-ABF1-8F9319D4B698}"/>
                  </a:ext>
                </a:extLst>
              </p:cNvPr>
              <p:cNvSpPr txBox="1"/>
              <p:nvPr/>
            </p:nvSpPr>
            <p:spPr>
              <a:xfrm>
                <a:off x="10060573" y="2521877"/>
                <a:ext cx="5389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dirty="0"/>
                  <a:t>app</a:t>
                </a:r>
                <a:endParaRPr lang="ko-KR" altLang="en-US" sz="1100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CDF3A0B-BB70-4C58-9129-C94B9F06C9DF}"/>
                  </a:ext>
                </a:extLst>
              </p:cNvPr>
              <p:cNvSpPr txBox="1"/>
              <p:nvPr/>
            </p:nvSpPr>
            <p:spPr>
              <a:xfrm>
                <a:off x="9982410" y="2883523"/>
                <a:ext cx="73577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/>
                  <a:t>proxy</a:t>
                </a:r>
                <a:endParaRPr lang="ko-KR" altLang="en-US" sz="1100" b="1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5F9B84B-6496-4FC8-956E-91FC5A0FFB1E}"/>
                  </a:ext>
                </a:extLst>
              </p:cNvPr>
              <p:cNvSpPr txBox="1"/>
              <p:nvPr/>
            </p:nvSpPr>
            <p:spPr>
              <a:xfrm>
                <a:off x="10041377" y="3140704"/>
                <a:ext cx="5549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</a:rPr>
                  <a:t>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878938A8-3001-47B1-B457-9EBBB3553BE4}"/>
                </a:ext>
              </a:extLst>
            </p:cNvPr>
            <p:cNvGrpSpPr/>
            <p:nvPr/>
          </p:nvGrpSpPr>
          <p:grpSpPr>
            <a:xfrm>
              <a:off x="6948203" y="1555323"/>
              <a:ext cx="1207477" cy="1258153"/>
              <a:chOff x="9726300" y="2221105"/>
              <a:chExt cx="1207477" cy="1258153"/>
            </a:xfrm>
          </p:grpSpPr>
          <p:sp>
            <p:nvSpPr>
              <p:cNvPr id="69" name="육각형 68">
                <a:extLst>
                  <a:ext uri="{FF2B5EF4-FFF2-40B4-BE49-F238E27FC236}">
                    <a16:creationId xmlns:a16="http://schemas.microsoft.com/office/drawing/2014/main" id="{3D9DD6D0-9F3A-4EEA-B30E-57F43F78A3BA}"/>
                  </a:ext>
                </a:extLst>
              </p:cNvPr>
              <p:cNvSpPr/>
              <p:nvPr/>
            </p:nvSpPr>
            <p:spPr>
              <a:xfrm>
                <a:off x="9726300" y="2291862"/>
                <a:ext cx="1207477" cy="1137138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70" name="그룹 69">
                <a:extLst>
                  <a:ext uri="{FF2B5EF4-FFF2-40B4-BE49-F238E27FC236}">
                    <a16:creationId xmlns:a16="http://schemas.microsoft.com/office/drawing/2014/main" id="{759EDB4F-2ABC-4932-AF49-4D545AB026CC}"/>
                  </a:ext>
                </a:extLst>
              </p:cNvPr>
              <p:cNvGrpSpPr/>
              <p:nvPr/>
            </p:nvGrpSpPr>
            <p:grpSpPr>
              <a:xfrm>
                <a:off x="10061873" y="2221105"/>
                <a:ext cx="536330" cy="831695"/>
                <a:chOff x="10061874" y="981418"/>
                <a:chExt cx="536330" cy="831695"/>
              </a:xfrm>
            </p:grpSpPr>
            <p:sp>
              <p:nvSpPr>
                <p:cNvPr id="74" name="다이아몬드 73">
                  <a:extLst>
                    <a:ext uri="{FF2B5EF4-FFF2-40B4-BE49-F238E27FC236}">
                      <a16:creationId xmlns:a16="http://schemas.microsoft.com/office/drawing/2014/main" id="{C10142E3-B6E9-4436-A60A-F9669021C2FE}"/>
                    </a:ext>
                  </a:extLst>
                </p:cNvPr>
                <p:cNvSpPr/>
                <p:nvPr/>
              </p:nvSpPr>
              <p:spPr>
                <a:xfrm>
                  <a:off x="10061874" y="1322754"/>
                  <a:ext cx="536330" cy="490359"/>
                </a:xfrm>
                <a:prstGeom prst="diamond">
                  <a:avLst/>
                </a:prstGeom>
                <a:solidFill>
                  <a:schemeClr val="accent2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254000" contourW="38100">
                  <a:contourClr>
                    <a:schemeClr val="bg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5" name="다이아몬드 74">
                  <a:extLst>
                    <a:ext uri="{FF2B5EF4-FFF2-40B4-BE49-F238E27FC236}">
                      <a16:creationId xmlns:a16="http://schemas.microsoft.com/office/drawing/2014/main" id="{36D50E3C-5FED-4DCA-92D4-D74C538CF066}"/>
                    </a:ext>
                  </a:extLst>
                </p:cNvPr>
                <p:cNvSpPr/>
                <p:nvPr/>
              </p:nvSpPr>
              <p:spPr>
                <a:xfrm>
                  <a:off x="10061874" y="981418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bg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E0FD531-03F8-4BBC-BBBE-E0794E604B71}"/>
                  </a:ext>
                </a:extLst>
              </p:cNvPr>
              <p:cNvSpPr txBox="1"/>
              <p:nvPr/>
            </p:nvSpPr>
            <p:spPr>
              <a:xfrm>
                <a:off x="10060573" y="2521877"/>
                <a:ext cx="5389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dirty="0"/>
                  <a:t>app</a:t>
                </a:r>
                <a:endParaRPr lang="ko-KR" altLang="en-US" sz="1100" dirty="0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E7397C7-1461-4A83-958D-02CE4C4E6E8F}"/>
                  </a:ext>
                </a:extLst>
              </p:cNvPr>
              <p:cNvSpPr txBox="1"/>
              <p:nvPr/>
            </p:nvSpPr>
            <p:spPr>
              <a:xfrm>
                <a:off x="9982410" y="2883523"/>
                <a:ext cx="73577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/>
                  <a:t>proxy</a:t>
                </a:r>
                <a:endParaRPr lang="ko-KR" altLang="en-US" sz="1100" b="1" dirty="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D5B989A-7007-4DA0-9AE1-6745D013BE42}"/>
                  </a:ext>
                </a:extLst>
              </p:cNvPr>
              <p:cNvSpPr txBox="1"/>
              <p:nvPr/>
            </p:nvSpPr>
            <p:spPr>
              <a:xfrm>
                <a:off x="10041377" y="3140704"/>
                <a:ext cx="5549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</a:rPr>
                  <a:t>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A6FD7FC-0C4D-4A91-B796-C873D8E8799D}"/>
              </a:ext>
            </a:extLst>
          </p:cNvPr>
          <p:cNvGrpSpPr/>
          <p:nvPr/>
        </p:nvGrpSpPr>
        <p:grpSpPr>
          <a:xfrm>
            <a:off x="978853" y="3374305"/>
            <a:ext cx="1216977" cy="1017689"/>
            <a:chOff x="1787479" y="2813476"/>
            <a:chExt cx="1216977" cy="1017689"/>
          </a:xfrm>
        </p:grpSpPr>
        <p:sp>
          <p:nvSpPr>
            <p:cNvPr id="79" name="다이아몬드 78">
              <a:extLst>
                <a:ext uri="{FF2B5EF4-FFF2-40B4-BE49-F238E27FC236}">
                  <a16:creationId xmlns:a16="http://schemas.microsoft.com/office/drawing/2014/main" id="{16B603FC-1072-4CDB-9B79-E818CAAB3073}"/>
                </a:ext>
              </a:extLst>
            </p:cNvPr>
            <p:cNvSpPr/>
            <p:nvPr/>
          </p:nvSpPr>
          <p:spPr>
            <a:xfrm>
              <a:off x="2127802" y="2813476"/>
              <a:ext cx="536330" cy="490359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18000000" lon="0" rev="0"/>
              </a:camera>
              <a:lightRig rig="threePt" dir="t"/>
            </a:scene3d>
            <a:sp3d extrusionH="381000" contourW="38100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E53844-62BF-4671-9FA8-D81B065EAF21}"/>
                </a:ext>
              </a:extLst>
            </p:cNvPr>
            <p:cNvSpPr txBox="1"/>
            <p:nvPr/>
          </p:nvSpPr>
          <p:spPr>
            <a:xfrm>
              <a:off x="1787479" y="3554166"/>
              <a:ext cx="12169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Istio ingress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42" name="화살표: 오른쪽 141">
            <a:extLst>
              <a:ext uri="{FF2B5EF4-FFF2-40B4-BE49-F238E27FC236}">
                <a16:creationId xmlns:a16="http://schemas.microsoft.com/office/drawing/2014/main" id="{1D5CCDBC-C670-4DE2-8748-32A248E984DC}"/>
              </a:ext>
            </a:extLst>
          </p:cNvPr>
          <p:cNvSpPr/>
          <p:nvPr/>
        </p:nvSpPr>
        <p:spPr>
          <a:xfrm rot="1518302">
            <a:off x="1822540" y="4556717"/>
            <a:ext cx="2334384" cy="36849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6E956180-9524-4FF4-AEE5-8EBBC130AFED}"/>
              </a:ext>
            </a:extLst>
          </p:cNvPr>
          <p:cNvGrpSpPr/>
          <p:nvPr/>
        </p:nvGrpSpPr>
        <p:grpSpPr>
          <a:xfrm>
            <a:off x="2502978" y="3864664"/>
            <a:ext cx="5146431" cy="2120770"/>
            <a:chOff x="3220163" y="1067330"/>
            <a:chExt cx="5146431" cy="2120770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F7344E20-78FF-4882-A99D-65858E73A706}"/>
                </a:ext>
              </a:extLst>
            </p:cNvPr>
            <p:cNvSpPr/>
            <p:nvPr/>
          </p:nvSpPr>
          <p:spPr>
            <a:xfrm>
              <a:off x="3220163" y="1322753"/>
              <a:ext cx="5146431" cy="1865347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96BD240-06E2-4CB5-B77E-41F443CC0ED4}"/>
                </a:ext>
              </a:extLst>
            </p:cNvPr>
            <p:cNvSpPr txBox="1"/>
            <p:nvPr/>
          </p:nvSpPr>
          <p:spPr>
            <a:xfrm>
              <a:off x="6217797" y="1999734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〮〮〮〮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BB1B2B1C-D9E0-4EB4-A9E4-F5CB10DF0904}"/>
                </a:ext>
              </a:extLst>
            </p:cNvPr>
            <p:cNvSpPr/>
            <p:nvPr/>
          </p:nvSpPr>
          <p:spPr>
            <a:xfrm>
              <a:off x="3983628" y="1067330"/>
              <a:ext cx="3619500" cy="440098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bg1"/>
                  </a:solidFill>
                </a:rPr>
                <a:t>Service: admin-service, pod n</a:t>
              </a:r>
              <a:r>
                <a:rPr lang="ko-KR" altLang="en-US" sz="1600" dirty="0">
                  <a:solidFill>
                    <a:schemeClr val="bg1"/>
                  </a:solidFill>
                </a:rPr>
                <a:t>개</a:t>
              </a:r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9FAE6046-8CBB-4978-BBA7-0AAF49798AC1}"/>
                </a:ext>
              </a:extLst>
            </p:cNvPr>
            <p:cNvGrpSpPr/>
            <p:nvPr/>
          </p:nvGrpSpPr>
          <p:grpSpPr>
            <a:xfrm>
              <a:off x="3383173" y="1555323"/>
              <a:ext cx="1207477" cy="1258153"/>
              <a:chOff x="9726300" y="2221105"/>
              <a:chExt cx="1207477" cy="1258153"/>
            </a:xfrm>
          </p:grpSpPr>
          <p:sp>
            <p:nvSpPr>
              <p:cNvPr id="132" name="육각형 131">
                <a:extLst>
                  <a:ext uri="{FF2B5EF4-FFF2-40B4-BE49-F238E27FC236}">
                    <a16:creationId xmlns:a16="http://schemas.microsoft.com/office/drawing/2014/main" id="{66D28D9B-13ED-4781-A501-4EA85AA314BB}"/>
                  </a:ext>
                </a:extLst>
              </p:cNvPr>
              <p:cNvSpPr/>
              <p:nvPr/>
            </p:nvSpPr>
            <p:spPr>
              <a:xfrm>
                <a:off x="9726300" y="2291862"/>
                <a:ext cx="1207477" cy="1137138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33" name="그룹 132">
                <a:extLst>
                  <a:ext uri="{FF2B5EF4-FFF2-40B4-BE49-F238E27FC236}">
                    <a16:creationId xmlns:a16="http://schemas.microsoft.com/office/drawing/2014/main" id="{4D80C684-209F-4368-B0A5-E5EF5625C724}"/>
                  </a:ext>
                </a:extLst>
              </p:cNvPr>
              <p:cNvGrpSpPr/>
              <p:nvPr/>
            </p:nvGrpSpPr>
            <p:grpSpPr>
              <a:xfrm>
                <a:off x="10061873" y="2221105"/>
                <a:ext cx="536330" cy="831695"/>
                <a:chOff x="10061874" y="981418"/>
                <a:chExt cx="536330" cy="831695"/>
              </a:xfrm>
            </p:grpSpPr>
            <p:sp>
              <p:nvSpPr>
                <p:cNvPr id="137" name="다이아몬드 136">
                  <a:extLst>
                    <a:ext uri="{FF2B5EF4-FFF2-40B4-BE49-F238E27FC236}">
                      <a16:creationId xmlns:a16="http://schemas.microsoft.com/office/drawing/2014/main" id="{0C5E4380-CD5B-44E2-8FFE-1D3DD99A1726}"/>
                    </a:ext>
                  </a:extLst>
                </p:cNvPr>
                <p:cNvSpPr/>
                <p:nvPr/>
              </p:nvSpPr>
              <p:spPr>
                <a:xfrm>
                  <a:off x="10061874" y="1322754"/>
                  <a:ext cx="536330" cy="490359"/>
                </a:xfrm>
                <a:prstGeom prst="diamond">
                  <a:avLst/>
                </a:prstGeom>
                <a:solidFill>
                  <a:schemeClr val="accent2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254000" contourW="38100">
                  <a:contourClr>
                    <a:schemeClr val="bg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8" name="다이아몬드 137">
                  <a:extLst>
                    <a:ext uri="{FF2B5EF4-FFF2-40B4-BE49-F238E27FC236}">
                      <a16:creationId xmlns:a16="http://schemas.microsoft.com/office/drawing/2014/main" id="{F641EA01-6AE2-44AC-B286-28590E5660DE}"/>
                    </a:ext>
                  </a:extLst>
                </p:cNvPr>
                <p:cNvSpPr/>
                <p:nvPr/>
              </p:nvSpPr>
              <p:spPr>
                <a:xfrm>
                  <a:off x="10061874" y="981418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bg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6A9966C4-B6EF-4D67-B06A-DA693E96971D}"/>
                  </a:ext>
                </a:extLst>
              </p:cNvPr>
              <p:cNvSpPr txBox="1"/>
              <p:nvPr/>
            </p:nvSpPr>
            <p:spPr>
              <a:xfrm>
                <a:off x="10060573" y="2521877"/>
                <a:ext cx="5389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dirty="0"/>
                  <a:t>app</a:t>
                </a:r>
                <a:endParaRPr lang="ko-KR" altLang="en-US" sz="1100" dirty="0"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73C3ED2-1B07-4C74-8AC9-5AC492B49C1F}"/>
                  </a:ext>
                </a:extLst>
              </p:cNvPr>
              <p:cNvSpPr txBox="1"/>
              <p:nvPr/>
            </p:nvSpPr>
            <p:spPr>
              <a:xfrm>
                <a:off x="9982410" y="2883523"/>
                <a:ext cx="73577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/>
                  <a:t>proxy</a:t>
                </a:r>
                <a:endParaRPr lang="ko-KR" altLang="en-US" sz="1100" b="1" dirty="0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D6584983-E5EB-4CA9-830C-26743265A5CD}"/>
                  </a:ext>
                </a:extLst>
              </p:cNvPr>
              <p:cNvSpPr txBox="1"/>
              <p:nvPr/>
            </p:nvSpPr>
            <p:spPr>
              <a:xfrm>
                <a:off x="10041377" y="3140704"/>
                <a:ext cx="5549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</a:rPr>
                  <a:t>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D54DE33A-87A2-4650-8468-D2DA05E9DD03}"/>
                </a:ext>
              </a:extLst>
            </p:cNvPr>
            <p:cNvGrpSpPr/>
            <p:nvPr/>
          </p:nvGrpSpPr>
          <p:grpSpPr>
            <a:xfrm>
              <a:off x="4767141" y="1555323"/>
              <a:ext cx="1207477" cy="1258153"/>
              <a:chOff x="9726300" y="2221105"/>
              <a:chExt cx="1207477" cy="1258153"/>
            </a:xfrm>
          </p:grpSpPr>
          <p:sp>
            <p:nvSpPr>
              <p:cNvPr id="125" name="육각형 124">
                <a:extLst>
                  <a:ext uri="{FF2B5EF4-FFF2-40B4-BE49-F238E27FC236}">
                    <a16:creationId xmlns:a16="http://schemas.microsoft.com/office/drawing/2014/main" id="{4A2D9B4A-E067-49CA-8CE1-5536022602AD}"/>
                  </a:ext>
                </a:extLst>
              </p:cNvPr>
              <p:cNvSpPr/>
              <p:nvPr/>
            </p:nvSpPr>
            <p:spPr>
              <a:xfrm>
                <a:off x="9726300" y="2291862"/>
                <a:ext cx="1207477" cy="1137138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26" name="그룹 125">
                <a:extLst>
                  <a:ext uri="{FF2B5EF4-FFF2-40B4-BE49-F238E27FC236}">
                    <a16:creationId xmlns:a16="http://schemas.microsoft.com/office/drawing/2014/main" id="{EA38724F-137B-4A0F-B4CB-8366F2004DDA}"/>
                  </a:ext>
                </a:extLst>
              </p:cNvPr>
              <p:cNvGrpSpPr/>
              <p:nvPr/>
            </p:nvGrpSpPr>
            <p:grpSpPr>
              <a:xfrm>
                <a:off x="10061873" y="2221105"/>
                <a:ext cx="536330" cy="831695"/>
                <a:chOff x="10061874" y="981418"/>
                <a:chExt cx="536330" cy="831695"/>
              </a:xfrm>
            </p:grpSpPr>
            <p:sp>
              <p:nvSpPr>
                <p:cNvPr id="130" name="다이아몬드 129">
                  <a:extLst>
                    <a:ext uri="{FF2B5EF4-FFF2-40B4-BE49-F238E27FC236}">
                      <a16:creationId xmlns:a16="http://schemas.microsoft.com/office/drawing/2014/main" id="{65155C73-BC66-45DB-859A-8FB64C530234}"/>
                    </a:ext>
                  </a:extLst>
                </p:cNvPr>
                <p:cNvSpPr/>
                <p:nvPr/>
              </p:nvSpPr>
              <p:spPr>
                <a:xfrm>
                  <a:off x="10061874" y="1322754"/>
                  <a:ext cx="536330" cy="490359"/>
                </a:xfrm>
                <a:prstGeom prst="diamond">
                  <a:avLst/>
                </a:prstGeom>
                <a:solidFill>
                  <a:schemeClr val="accent2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254000" contourW="38100">
                  <a:contourClr>
                    <a:schemeClr val="bg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1" name="다이아몬드 130">
                  <a:extLst>
                    <a:ext uri="{FF2B5EF4-FFF2-40B4-BE49-F238E27FC236}">
                      <a16:creationId xmlns:a16="http://schemas.microsoft.com/office/drawing/2014/main" id="{9EBE536E-A0B1-4197-B937-2F527C235B8F}"/>
                    </a:ext>
                  </a:extLst>
                </p:cNvPr>
                <p:cNvSpPr/>
                <p:nvPr/>
              </p:nvSpPr>
              <p:spPr>
                <a:xfrm>
                  <a:off x="10061874" y="981418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bg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C6C10EAD-6F15-4AE1-B970-E013701B0BA6}"/>
                  </a:ext>
                </a:extLst>
              </p:cNvPr>
              <p:cNvSpPr txBox="1"/>
              <p:nvPr/>
            </p:nvSpPr>
            <p:spPr>
              <a:xfrm>
                <a:off x="10060573" y="2521877"/>
                <a:ext cx="5389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dirty="0"/>
                  <a:t>app</a:t>
                </a:r>
                <a:endParaRPr lang="ko-KR" altLang="en-US" sz="1100" dirty="0"/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81FE4791-E1DE-41EC-BB81-369FFC2E7A9B}"/>
                  </a:ext>
                </a:extLst>
              </p:cNvPr>
              <p:cNvSpPr txBox="1"/>
              <p:nvPr/>
            </p:nvSpPr>
            <p:spPr>
              <a:xfrm>
                <a:off x="9982410" y="2883523"/>
                <a:ext cx="73577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/>
                  <a:t>proxy</a:t>
                </a:r>
                <a:endParaRPr lang="ko-KR" altLang="en-US" sz="1100" b="1" dirty="0"/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60B53CC-413A-4C20-B13D-BB0B40688886}"/>
                  </a:ext>
                </a:extLst>
              </p:cNvPr>
              <p:cNvSpPr txBox="1"/>
              <p:nvPr/>
            </p:nvSpPr>
            <p:spPr>
              <a:xfrm>
                <a:off x="10041377" y="3140704"/>
                <a:ext cx="5549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</a:rPr>
                  <a:t>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74197056-1447-457F-8C03-43927416B613}"/>
                </a:ext>
              </a:extLst>
            </p:cNvPr>
            <p:cNvGrpSpPr/>
            <p:nvPr/>
          </p:nvGrpSpPr>
          <p:grpSpPr>
            <a:xfrm>
              <a:off x="6948203" y="1555323"/>
              <a:ext cx="1207477" cy="1258153"/>
              <a:chOff x="9726300" y="2221105"/>
              <a:chExt cx="1207477" cy="1258153"/>
            </a:xfrm>
          </p:grpSpPr>
          <p:sp>
            <p:nvSpPr>
              <p:cNvPr id="112" name="육각형 111">
                <a:extLst>
                  <a:ext uri="{FF2B5EF4-FFF2-40B4-BE49-F238E27FC236}">
                    <a16:creationId xmlns:a16="http://schemas.microsoft.com/office/drawing/2014/main" id="{C07F012C-CC36-4F33-B030-FB4384221D7F}"/>
                  </a:ext>
                </a:extLst>
              </p:cNvPr>
              <p:cNvSpPr/>
              <p:nvPr/>
            </p:nvSpPr>
            <p:spPr>
              <a:xfrm>
                <a:off x="9726300" y="2291862"/>
                <a:ext cx="1207477" cy="1137138"/>
              </a:xfrm>
              <a:prstGeom prst="hexagon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16" name="그룹 115">
                <a:extLst>
                  <a:ext uri="{FF2B5EF4-FFF2-40B4-BE49-F238E27FC236}">
                    <a16:creationId xmlns:a16="http://schemas.microsoft.com/office/drawing/2014/main" id="{4158ECFF-A0AD-4746-AD24-ACB8CEF239DE}"/>
                  </a:ext>
                </a:extLst>
              </p:cNvPr>
              <p:cNvGrpSpPr/>
              <p:nvPr/>
            </p:nvGrpSpPr>
            <p:grpSpPr>
              <a:xfrm>
                <a:off x="10061873" y="2221105"/>
                <a:ext cx="536330" cy="831695"/>
                <a:chOff x="10061874" y="981418"/>
                <a:chExt cx="536330" cy="831695"/>
              </a:xfrm>
            </p:grpSpPr>
            <p:sp>
              <p:nvSpPr>
                <p:cNvPr id="123" name="다이아몬드 122">
                  <a:extLst>
                    <a:ext uri="{FF2B5EF4-FFF2-40B4-BE49-F238E27FC236}">
                      <a16:creationId xmlns:a16="http://schemas.microsoft.com/office/drawing/2014/main" id="{ACF368C0-749F-4C01-B0C4-1C4893FD1BC6}"/>
                    </a:ext>
                  </a:extLst>
                </p:cNvPr>
                <p:cNvSpPr/>
                <p:nvPr/>
              </p:nvSpPr>
              <p:spPr>
                <a:xfrm>
                  <a:off x="10061874" y="1322754"/>
                  <a:ext cx="536330" cy="490359"/>
                </a:xfrm>
                <a:prstGeom prst="diamond">
                  <a:avLst/>
                </a:prstGeom>
                <a:solidFill>
                  <a:schemeClr val="accent2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254000" contourW="38100">
                  <a:contourClr>
                    <a:schemeClr val="bg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4" name="다이아몬드 123">
                  <a:extLst>
                    <a:ext uri="{FF2B5EF4-FFF2-40B4-BE49-F238E27FC236}">
                      <a16:creationId xmlns:a16="http://schemas.microsoft.com/office/drawing/2014/main" id="{D2B47026-B074-48C7-BE0A-DFF1027DCCAE}"/>
                    </a:ext>
                  </a:extLst>
                </p:cNvPr>
                <p:cNvSpPr/>
                <p:nvPr/>
              </p:nvSpPr>
              <p:spPr>
                <a:xfrm>
                  <a:off x="10061874" y="981418"/>
                  <a:ext cx="536330" cy="4903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  <a:scene3d>
                  <a:camera prst="orthographicFront">
                    <a:rot lat="18000000" lon="0" rev="0"/>
                  </a:camera>
                  <a:lightRig rig="threePt" dir="t"/>
                </a:scene3d>
                <a:sp3d extrusionH="381000" contourW="38100">
                  <a:contourClr>
                    <a:schemeClr val="bg1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86A0243B-C801-4EA8-8F5F-DB504A8C41AB}"/>
                  </a:ext>
                </a:extLst>
              </p:cNvPr>
              <p:cNvSpPr txBox="1"/>
              <p:nvPr/>
            </p:nvSpPr>
            <p:spPr>
              <a:xfrm>
                <a:off x="10060573" y="2521877"/>
                <a:ext cx="5389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dirty="0"/>
                  <a:t>app</a:t>
                </a:r>
                <a:endParaRPr lang="ko-KR" altLang="en-US" sz="1100" dirty="0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82559EB-3A11-4A22-A7EE-5CC74A393878}"/>
                  </a:ext>
                </a:extLst>
              </p:cNvPr>
              <p:cNvSpPr txBox="1"/>
              <p:nvPr/>
            </p:nvSpPr>
            <p:spPr>
              <a:xfrm>
                <a:off x="9982410" y="2883523"/>
                <a:ext cx="73577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/>
                  <a:t>proxy</a:t>
                </a:r>
                <a:endParaRPr lang="ko-KR" altLang="en-US" sz="1100" b="1" dirty="0"/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A8105FF7-2620-4C35-A1E5-ED02687418D1}"/>
                  </a:ext>
                </a:extLst>
              </p:cNvPr>
              <p:cNvSpPr txBox="1"/>
              <p:nvPr/>
            </p:nvSpPr>
            <p:spPr>
              <a:xfrm>
                <a:off x="10041377" y="3140704"/>
                <a:ext cx="5549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</a:rPr>
                  <a:t>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9E9563A3-EE46-438E-9A03-D81E8B791128}"/>
              </a:ext>
            </a:extLst>
          </p:cNvPr>
          <p:cNvGrpSpPr/>
          <p:nvPr/>
        </p:nvGrpSpPr>
        <p:grpSpPr>
          <a:xfrm>
            <a:off x="7995717" y="3110639"/>
            <a:ext cx="1216977" cy="1017689"/>
            <a:chOff x="1787479" y="2813476"/>
            <a:chExt cx="1216977" cy="1017689"/>
          </a:xfrm>
        </p:grpSpPr>
        <p:sp>
          <p:nvSpPr>
            <p:cNvPr id="140" name="다이아몬드 139">
              <a:extLst>
                <a:ext uri="{FF2B5EF4-FFF2-40B4-BE49-F238E27FC236}">
                  <a16:creationId xmlns:a16="http://schemas.microsoft.com/office/drawing/2014/main" id="{7666795D-7A51-48E4-8FE6-501FAAB33ABA}"/>
                </a:ext>
              </a:extLst>
            </p:cNvPr>
            <p:cNvSpPr/>
            <p:nvPr/>
          </p:nvSpPr>
          <p:spPr>
            <a:xfrm>
              <a:off x="2127802" y="2813476"/>
              <a:ext cx="536330" cy="490359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18000000" lon="0" rev="0"/>
              </a:camera>
              <a:lightRig rig="threePt" dir="t"/>
            </a:scene3d>
            <a:sp3d extrusionH="381000" contourW="38100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9C878AA3-349B-4213-8691-F70E820583A4}"/>
                </a:ext>
              </a:extLst>
            </p:cNvPr>
            <p:cNvSpPr txBox="1"/>
            <p:nvPr/>
          </p:nvSpPr>
          <p:spPr>
            <a:xfrm>
              <a:off x="1787479" y="3554166"/>
              <a:ext cx="12169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Istio egress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B341C6AD-BD07-4B8B-BC7E-30FBD5417228}"/>
              </a:ext>
            </a:extLst>
          </p:cNvPr>
          <p:cNvSpPr/>
          <p:nvPr/>
        </p:nvSpPr>
        <p:spPr>
          <a:xfrm rot="18900000">
            <a:off x="1777550" y="3052218"/>
            <a:ext cx="780626" cy="36849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3962201A-D9AE-4921-AB3B-1BCC67E4837C}"/>
              </a:ext>
            </a:extLst>
          </p:cNvPr>
          <p:cNvSpPr/>
          <p:nvPr/>
        </p:nvSpPr>
        <p:spPr>
          <a:xfrm>
            <a:off x="117425" y="3619484"/>
            <a:ext cx="1125117" cy="32285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5711DE-81BC-4D4A-889B-C4D4F90C173A}"/>
              </a:ext>
            </a:extLst>
          </p:cNvPr>
          <p:cNvSpPr txBox="1"/>
          <p:nvPr/>
        </p:nvSpPr>
        <p:spPr>
          <a:xfrm>
            <a:off x="0" y="3309653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/</a:t>
            </a:r>
            <a:r>
              <a:rPr lang="en-US" altLang="ko-KR" dirty="0" err="1"/>
              <a:t>api</a:t>
            </a:r>
            <a:r>
              <a:rPr lang="en-US" altLang="ko-KR" dirty="0"/>
              <a:t>/v1/lea</a:t>
            </a:r>
            <a:endParaRPr lang="ko-KR" altLang="en-US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9E36DF2-2F09-4EAC-A23A-69898548E543}"/>
              </a:ext>
            </a:extLst>
          </p:cNvPr>
          <p:cNvSpPr txBox="1"/>
          <p:nvPr/>
        </p:nvSpPr>
        <p:spPr>
          <a:xfrm rot="18900000">
            <a:off x="1073847" y="2630508"/>
            <a:ext cx="2024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en-US" altLang="ko-KR" dirty="0" err="1">
                <a:solidFill>
                  <a:schemeClr val="bg1"/>
                </a:solidFill>
              </a:rPr>
              <a:t>api</a:t>
            </a:r>
            <a:r>
              <a:rPr lang="en-US" altLang="ko-KR" dirty="0">
                <a:solidFill>
                  <a:schemeClr val="bg1"/>
                </a:solidFill>
              </a:rPr>
              <a:t>/v1/lea/portal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ECEF98B-C971-4DD5-A6FE-71ECEA7483A1}"/>
              </a:ext>
            </a:extLst>
          </p:cNvPr>
          <p:cNvSpPr txBox="1"/>
          <p:nvPr/>
        </p:nvSpPr>
        <p:spPr>
          <a:xfrm rot="1500000">
            <a:off x="1187539" y="4705277"/>
            <a:ext cx="2055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en-US" altLang="ko-KR" dirty="0" err="1">
                <a:solidFill>
                  <a:schemeClr val="bg1"/>
                </a:solidFill>
              </a:rPr>
              <a:t>api</a:t>
            </a:r>
            <a:r>
              <a:rPr lang="en-US" altLang="ko-KR" dirty="0">
                <a:solidFill>
                  <a:schemeClr val="bg1"/>
                </a:solidFill>
              </a:rPr>
              <a:t>/v1/lea/admin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7" name="원통형 26">
            <a:extLst>
              <a:ext uri="{FF2B5EF4-FFF2-40B4-BE49-F238E27FC236}">
                <a16:creationId xmlns:a16="http://schemas.microsoft.com/office/drawing/2014/main" id="{F7F1CEA4-AC88-4C12-87B3-B36F2F78C3F4}"/>
              </a:ext>
            </a:extLst>
          </p:cNvPr>
          <p:cNvSpPr/>
          <p:nvPr/>
        </p:nvSpPr>
        <p:spPr>
          <a:xfrm>
            <a:off x="11007903" y="1183791"/>
            <a:ext cx="691144" cy="96094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7996AE0F-A969-4F59-B545-154219645E94}"/>
              </a:ext>
            </a:extLst>
          </p:cNvPr>
          <p:cNvSpPr/>
          <p:nvPr/>
        </p:nvSpPr>
        <p:spPr>
          <a:xfrm>
            <a:off x="3279839" y="231065"/>
            <a:ext cx="3619500" cy="4400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kubernates</a:t>
            </a:r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AEDFE40-D604-41E3-BA60-98E3F30FD930}"/>
              </a:ext>
            </a:extLst>
          </p:cNvPr>
          <p:cNvSpPr/>
          <p:nvPr/>
        </p:nvSpPr>
        <p:spPr>
          <a:xfrm>
            <a:off x="9643288" y="3341138"/>
            <a:ext cx="389231" cy="3892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화살표: 오른쪽 147">
            <a:extLst>
              <a:ext uri="{FF2B5EF4-FFF2-40B4-BE49-F238E27FC236}">
                <a16:creationId xmlns:a16="http://schemas.microsoft.com/office/drawing/2014/main" id="{95BC7096-AA1C-42C9-A080-85B14B5A98A4}"/>
              </a:ext>
            </a:extLst>
          </p:cNvPr>
          <p:cNvSpPr/>
          <p:nvPr/>
        </p:nvSpPr>
        <p:spPr>
          <a:xfrm>
            <a:off x="9048507" y="3365494"/>
            <a:ext cx="469055" cy="36849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화살표: 왼쪽/오른쪽 28">
            <a:extLst>
              <a:ext uri="{FF2B5EF4-FFF2-40B4-BE49-F238E27FC236}">
                <a16:creationId xmlns:a16="http://schemas.microsoft.com/office/drawing/2014/main" id="{67DFB3F1-82E9-4DFE-8F8D-3D5238217DD0}"/>
              </a:ext>
            </a:extLst>
          </p:cNvPr>
          <p:cNvSpPr/>
          <p:nvPr/>
        </p:nvSpPr>
        <p:spPr>
          <a:xfrm>
            <a:off x="2713909" y="2821992"/>
            <a:ext cx="1157146" cy="323259"/>
          </a:xfrm>
          <a:prstGeom prst="left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04E9048-BDE0-4554-B61A-5608C1DC703D}"/>
              </a:ext>
            </a:extLst>
          </p:cNvPr>
          <p:cNvSpPr txBox="1"/>
          <p:nvPr/>
        </p:nvSpPr>
        <p:spPr>
          <a:xfrm>
            <a:off x="2915439" y="2803105"/>
            <a:ext cx="7357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proxy</a:t>
            </a:r>
            <a:endParaRPr lang="ko-KR" altLang="en-US" sz="1100" b="1" dirty="0"/>
          </a:p>
        </p:txBody>
      </p:sp>
      <p:sp>
        <p:nvSpPr>
          <p:cNvPr id="158" name="화살표: 오른쪽 157">
            <a:extLst>
              <a:ext uri="{FF2B5EF4-FFF2-40B4-BE49-F238E27FC236}">
                <a16:creationId xmlns:a16="http://schemas.microsoft.com/office/drawing/2014/main" id="{ADFFE0D1-7411-4644-BB39-B201DC06175C}"/>
              </a:ext>
            </a:extLst>
          </p:cNvPr>
          <p:cNvSpPr/>
          <p:nvPr/>
        </p:nvSpPr>
        <p:spPr>
          <a:xfrm rot="18303827">
            <a:off x="9607838" y="2428127"/>
            <a:ext cx="1548020" cy="36849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원통형 158">
            <a:extLst>
              <a:ext uri="{FF2B5EF4-FFF2-40B4-BE49-F238E27FC236}">
                <a16:creationId xmlns:a16="http://schemas.microsoft.com/office/drawing/2014/main" id="{9C94054F-A0CB-4353-83FD-CA11C2E7B406}"/>
              </a:ext>
            </a:extLst>
          </p:cNvPr>
          <p:cNvSpPr/>
          <p:nvPr/>
        </p:nvSpPr>
        <p:spPr>
          <a:xfrm>
            <a:off x="11007903" y="3007343"/>
            <a:ext cx="691144" cy="96094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화살표: 오른쪽 159">
            <a:extLst>
              <a:ext uri="{FF2B5EF4-FFF2-40B4-BE49-F238E27FC236}">
                <a16:creationId xmlns:a16="http://schemas.microsoft.com/office/drawing/2014/main" id="{A8D2C199-26CF-4F62-B9E4-CA7F09439791}"/>
              </a:ext>
            </a:extLst>
          </p:cNvPr>
          <p:cNvSpPr/>
          <p:nvPr/>
        </p:nvSpPr>
        <p:spPr>
          <a:xfrm>
            <a:off x="10096885" y="3373021"/>
            <a:ext cx="691144" cy="36849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화살표: 왼쪽/오른쪽 160">
            <a:extLst>
              <a:ext uri="{FF2B5EF4-FFF2-40B4-BE49-F238E27FC236}">
                <a16:creationId xmlns:a16="http://schemas.microsoft.com/office/drawing/2014/main" id="{B6594E6E-50F9-4F14-827A-0F6BBF916490}"/>
              </a:ext>
            </a:extLst>
          </p:cNvPr>
          <p:cNvSpPr/>
          <p:nvPr/>
        </p:nvSpPr>
        <p:spPr>
          <a:xfrm>
            <a:off x="4068843" y="5041276"/>
            <a:ext cx="1157146" cy="323259"/>
          </a:xfrm>
          <a:prstGeom prst="left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F8D921A-7B3F-4BAD-804C-C99E3DDE1140}"/>
              </a:ext>
            </a:extLst>
          </p:cNvPr>
          <p:cNvSpPr txBox="1"/>
          <p:nvPr/>
        </p:nvSpPr>
        <p:spPr>
          <a:xfrm>
            <a:off x="4266308" y="5015075"/>
            <a:ext cx="7357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proxy</a:t>
            </a:r>
            <a:endParaRPr lang="ko-KR" altLang="en-US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B05419-364C-4225-B391-E1996D55754A}"/>
              </a:ext>
            </a:extLst>
          </p:cNvPr>
          <p:cNvSpPr txBox="1"/>
          <p:nvPr/>
        </p:nvSpPr>
        <p:spPr>
          <a:xfrm>
            <a:off x="11040729" y="2162271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RDB</a:t>
            </a:r>
            <a:endParaRPr lang="ko-KR" altLang="en-US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AE21066-23A4-4786-8691-FE12B8F70F11}"/>
              </a:ext>
            </a:extLst>
          </p:cNvPr>
          <p:cNvSpPr txBox="1"/>
          <p:nvPr/>
        </p:nvSpPr>
        <p:spPr>
          <a:xfrm>
            <a:off x="10984913" y="4038197"/>
            <a:ext cx="737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Redis</a:t>
            </a:r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660B0A5-4E38-450C-9F60-6C30011C57F3}"/>
              </a:ext>
            </a:extLst>
          </p:cNvPr>
          <p:cNvSpPr/>
          <p:nvPr/>
        </p:nvSpPr>
        <p:spPr>
          <a:xfrm>
            <a:off x="11012821" y="4746702"/>
            <a:ext cx="681309" cy="7557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65A0982-2E84-4F52-90FB-DC34D552990C}"/>
              </a:ext>
            </a:extLst>
          </p:cNvPr>
          <p:cNvSpPr txBox="1"/>
          <p:nvPr/>
        </p:nvSpPr>
        <p:spPr>
          <a:xfrm>
            <a:off x="10908482" y="5550725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외부서비스</a:t>
            </a:r>
            <a:endParaRPr lang="ko-KR" altLang="en-US" sz="1100" dirty="0"/>
          </a:p>
        </p:txBody>
      </p:sp>
      <p:sp>
        <p:nvSpPr>
          <p:cNvPr id="168" name="화살표: 오른쪽 167">
            <a:extLst>
              <a:ext uri="{FF2B5EF4-FFF2-40B4-BE49-F238E27FC236}">
                <a16:creationId xmlns:a16="http://schemas.microsoft.com/office/drawing/2014/main" id="{9F5D44B4-951C-4FF0-A201-EEA3C1390367}"/>
              </a:ext>
            </a:extLst>
          </p:cNvPr>
          <p:cNvSpPr/>
          <p:nvPr/>
        </p:nvSpPr>
        <p:spPr>
          <a:xfrm rot="2700000">
            <a:off x="9701727" y="4203003"/>
            <a:ext cx="1427032" cy="36849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자유형: 도형 168">
            <a:extLst>
              <a:ext uri="{FF2B5EF4-FFF2-40B4-BE49-F238E27FC236}">
                <a16:creationId xmlns:a16="http://schemas.microsoft.com/office/drawing/2014/main" id="{65A663EB-1BBB-45C4-AD59-7AD9B2E38B29}"/>
              </a:ext>
            </a:extLst>
          </p:cNvPr>
          <p:cNvSpPr/>
          <p:nvPr/>
        </p:nvSpPr>
        <p:spPr>
          <a:xfrm rot="2700000">
            <a:off x="4313301" y="1889109"/>
            <a:ext cx="3407550" cy="2891235"/>
          </a:xfrm>
          <a:custGeom>
            <a:avLst/>
            <a:gdLst>
              <a:gd name="connsiteX0" fmla="*/ 0 w 3407550"/>
              <a:gd name="connsiteY0" fmla="*/ 2728454 h 2891235"/>
              <a:gd name="connsiteX1" fmla="*/ 564545 w 3407550"/>
              <a:gd name="connsiteY1" fmla="*/ 2728454 h 2891235"/>
              <a:gd name="connsiteX2" fmla="*/ 3235723 w 3407550"/>
              <a:gd name="connsiteY2" fmla="*/ 57276 h 2891235"/>
              <a:gd name="connsiteX3" fmla="*/ 3178447 w 3407550"/>
              <a:gd name="connsiteY3" fmla="*/ 0 h 2891235"/>
              <a:gd name="connsiteX4" fmla="*/ 3407550 w 3407550"/>
              <a:gd name="connsiteY4" fmla="*/ 0 h 2891235"/>
              <a:gd name="connsiteX5" fmla="*/ 3407550 w 3407550"/>
              <a:gd name="connsiteY5" fmla="*/ 229103 h 2891235"/>
              <a:gd name="connsiteX6" fmla="*/ 3350274 w 3407550"/>
              <a:gd name="connsiteY6" fmla="*/ 171827 h 2891235"/>
              <a:gd name="connsiteX7" fmla="*/ 630867 w 3407550"/>
              <a:gd name="connsiteY7" fmla="*/ 2891235 h 2891235"/>
              <a:gd name="connsiteX8" fmla="*/ 628267 w 3407550"/>
              <a:gd name="connsiteY8" fmla="*/ 2888635 h 2891235"/>
              <a:gd name="connsiteX9" fmla="*/ 628267 w 3407550"/>
              <a:gd name="connsiteY9" fmla="*/ 2890454 h 2891235"/>
              <a:gd name="connsiteX10" fmla="*/ 0 w 3407550"/>
              <a:gd name="connsiteY10" fmla="*/ 2890454 h 2891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407550" h="2891235">
                <a:moveTo>
                  <a:pt x="0" y="2728454"/>
                </a:moveTo>
                <a:lnTo>
                  <a:pt x="564545" y="2728454"/>
                </a:lnTo>
                <a:lnTo>
                  <a:pt x="3235723" y="57276"/>
                </a:lnTo>
                <a:lnTo>
                  <a:pt x="3178447" y="0"/>
                </a:lnTo>
                <a:lnTo>
                  <a:pt x="3407550" y="0"/>
                </a:lnTo>
                <a:lnTo>
                  <a:pt x="3407550" y="229103"/>
                </a:lnTo>
                <a:lnTo>
                  <a:pt x="3350274" y="171827"/>
                </a:lnTo>
                <a:lnTo>
                  <a:pt x="630867" y="2891235"/>
                </a:lnTo>
                <a:lnTo>
                  <a:pt x="628267" y="2888635"/>
                </a:lnTo>
                <a:lnTo>
                  <a:pt x="628267" y="2890454"/>
                </a:lnTo>
                <a:lnTo>
                  <a:pt x="0" y="2890454"/>
                </a:lnTo>
                <a:close/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1" name="자유형: 도형 170">
            <a:extLst>
              <a:ext uri="{FF2B5EF4-FFF2-40B4-BE49-F238E27FC236}">
                <a16:creationId xmlns:a16="http://schemas.microsoft.com/office/drawing/2014/main" id="{710821F5-11D8-4D6F-ABBC-DB41EC919208}"/>
              </a:ext>
            </a:extLst>
          </p:cNvPr>
          <p:cNvSpPr/>
          <p:nvPr/>
        </p:nvSpPr>
        <p:spPr>
          <a:xfrm rot="2700000">
            <a:off x="6036414" y="3323585"/>
            <a:ext cx="1908361" cy="3059046"/>
          </a:xfrm>
          <a:custGeom>
            <a:avLst/>
            <a:gdLst>
              <a:gd name="connsiteX0" fmla="*/ 1376831 w 1908361"/>
              <a:gd name="connsiteY0" fmla="*/ 0 h 3059046"/>
              <a:gd name="connsiteX1" fmla="*/ 1571886 w 1908361"/>
              <a:gd name="connsiteY1" fmla="*/ 120174 h 3059046"/>
              <a:gd name="connsiteX2" fmla="*/ 1493078 w 1908361"/>
              <a:gd name="connsiteY2" fmla="*/ 138893 h 3059046"/>
              <a:gd name="connsiteX3" fmla="*/ 1908361 w 1908361"/>
              <a:gd name="connsiteY3" fmla="*/ 1887123 h 3059046"/>
              <a:gd name="connsiteX4" fmla="*/ 1900790 w 1908361"/>
              <a:gd name="connsiteY4" fmla="*/ 1888922 h 3059046"/>
              <a:gd name="connsiteX5" fmla="*/ 1902995 w 1908361"/>
              <a:gd name="connsiteY5" fmla="*/ 1891127 h 3059046"/>
              <a:gd name="connsiteX6" fmla="*/ 745407 w 1908361"/>
              <a:gd name="connsiteY6" fmla="*/ 3048715 h 3059046"/>
              <a:gd name="connsiteX7" fmla="*/ 745407 w 1908361"/>
              <a:gd name="connsiteY7" fmla="*/ 3054308 h 3059046"/>
              <a:gd name="connsiteX8" fmla="*/ 739814 w 1908361"/>
              <a:gd name="connsiteY8" fmla="*/ 3054308 h 3059046"/>
              <a:gd name="connsiteX9" fmla="*/ 735076 w 1908361"/>
              <a:gd name="connsiteY9" fmla="*/ 3059046 h 3059046"/>
              <a:gd name="connsiteX10" fmla="*/ 730339 w 1908361"/>
              <a:gd name="connsiteY10" fmla="*/ 3054308 h 3059046"/>
              <a:gd name="connsiteX11" fmla="*/ 0 w 1908361"/>
              <a:gd name="connsiteY11" fmla="*/ 3054308 h 3059046"/>
              <a:gd name="connsiteX12" fmla="*/ 0 w 1908361"/>
              <a:gd name="connsiteY12" fmla="*/ 2892308 h 3059046"/>
              <a:gd name="connsiteX13" fmla="*/ 672712 w 1908361"/>
              <a:gd name="connsiteY13" fmla="*/ 2892308 h 3059046"/>
              <a:gd name="connsiteX14" fmla="*/ 1729576 w 1908361"/>
              <a:gd name="connsiteY14" fmla="*/ 1835443 h 3059046"/>
              <a:gd name="connsiteX15" fmla="*/ 1335465 w 1908361"/>
              <a:gd name="connsiteY15" fmla="*/ 176334 h 3059046"/>
              <a:gd name="connsiteX16" fmla="*/ 1256657 w 1908361"/>
              <a:gd name="connsiteY16" fmla="*/ 195054 h 305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08361" h="3059046">
                <a:moveTo>
                  <a:pt x="1376831" y="0"/>
                </a:moveTo>
                <a:lnTo>
                  <a:pt x="1571886" y="120174"/>
                </a:lnTo>
                <a:lnTo>
                  <a:pt x="1493078" y="138893"/>
                </a:lnTo>
                <a:lnTo>
                  <a:pt x="1908361" y="1887123"/>
                </a:lnTo>
                <a:lnTo>
                  <a:pt x="1900790" y="1888922"/>
                </a:lnTo>
                <a:lnTo>
                  <a:pt x="1902995" y="1891127"/>
                </a:lnTo>
                <a:lnTo>
                  <a:pt x="745407" y="3048715"/>
                </a:lnTo>
                <a:lnTo>
                  <a:pt x="745407" y="3054308"/>
                </a:lnTo>
                <a:lnTo>
                  <a:pt x="739814" y="3054308"/>
                </a:lnTo>
                <a:lnTo>
                  <a:pt x="735076" y="3059046"/>
                </a:lnTo>
                <a:lnTo>
                  <a:pt x="730339" y="3054308"/>
                </a:lnTo>
                <a:lnTo>
                  <a:pt x="0" y="3054308"/>
                </a:lnTo>
                <a:lnTo>
                  <a:pt x="0" y="2892308"/>
                </a:lnTo>
                <a:lnTo>
                  <a:pt x="672712" y="2892308"/>
                </a:lnTo>
                <a:lnTo>
                  <a:pt x="1729576" y="1835443"/>
                </a:lnTo>
                <a:lnTo>
                  <a:pt x="1335465" y="176334"/>
                </a:lnTo>
                <a:lnTo>
                  <a:pt x="1256657" y="195054"/>
                </a:lnTo>
                <a:close/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170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C1F28-0AD4-A8C8-719B-E9E4B0873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3">
            <a:extLst>
              <a:ext uri="{FF2B5EF4-FFF2-40B4-BE49-F238E27FC236}">
                <a16:creationId xmlns:a16="http://schemas.microsoft.com/office/drawing/2014/main" id="{587B0FFD-824F-0C7D-03D8-A4B4ACC9D316}"/>
              </a:ext>
            </a:extLst>
          </p:cNvPr>
          <p:cNvSpPr/>
          <p:nvPr/>
        </p:nvSpPr>
        <p:spPr>
          <a:xfrm>
            <a:off x="3488788" y="529202"/>
            <a:ext cx="3348110" cy="2916833"/>
          </a:xfrm>
          <a:prstGeom prst="roundRect">
            <a:avLst>
              <a:gd name="adj" fmla="val 6735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C22BE2B-9259-A2E2-33C0-45283F9314BD}"/>
              </a:ext>
            </a:extLst>
          </p:cNvPr>
          <p:cNvSpPr/>
          <p:nvPr/>
        </p:nvSpPr>
        <p:spPr>
          <a:xfrm>
            <a:off x="1431138" y="1231262"/>
            <a:ext cx="1284037" cy="158816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Client</a:t>
            </a:r>
          </a:p>
          <a:p>
            <a:pPr algn="ctr"/>
            <a:r>
              <a:rPr lang="en-US" altLang="ko-KR" dirty="0"/>
              <a:t>Browser</a:t>
            </a:r>
            <a:endParaRPr lang="ko-KR" altLang="en-US" dirty="0"/>
          </a:p>
        </p:txBody>
      </p: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3C09E474-B9D7-7A8C-7B6D-45895CDB973E}"/>
              </a:ext>
            </a:extLst>
          </p:cNvPr>
          <p:cNvGrpSpPr/>
          <p:nvPr/>
        </p:nvGrpSpPr>
        <p:grpSpPr>
          <a:xfrm>
            <a:off x="4485731" y="1928785"/>
            <a:ext cx="1214114" cy="1068545"/>
            <a:chOff x="2421945" y="2739939"/>
            <a:chExt cx="1214114" cy="1068545"/>
          </a:xfrm>
        </p:grpSpPr>
        <p:grpSp>
          <p:nvGrpSpPr>
            <p:cNvPr id="408" name="그룹 407">
              <a:extLst>
                <a:ext uri="{FF2B5EF4-FFF2-40B4-BE49-F238E27FC236}">
                  <a16:creationId xmlns:a16="http://schemas.microsoft.com/office/drawing/2014/main" id="{D8C9DAB5-E41A-8B70-3091-018756C7BBCF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414" name="육각형 81">
                <a:extLst>
                  <a:ext uri="{FF2B5EF4-FFF2-40B4-BE49-F238E27FC236}">
                    <a16:creationId xmlns:a16="http://schemas.microsoft.com/office/drawing/2014/main" id="{1276A6F2-895B-97EB-0991-0F30EFBBB611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5" name="자유형 414">
                <a:extLst>
                  <a:ext uri="{FF2B5EF4-FFF2-40B4-BE49-F238E27FC236}">
                    <a16:creationId xmlns:a16="http://schemas.microsoft.com/office/drawing/2014/main" id="{492B376D-188A-2120-C8C5-860014C0E036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lecture-pod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5280E465-7CEE-E2D4-1728-F60137519589}"/>
                </a:ext>
              </a:extLst>
            </p:cNvPr>
            <p:cNvGrpSpPr/>
            <p:nvPr/>
          </p:nvGrpSpPr>
          <p:grpSpPr>
            <a:xfrm>
              <a:off x="2535700" y="2739939"/>
              <a:ext cx="958147" cy="770909"/>
              <a:chOff x="10280836" y="1238502"/>
              <a:chExt cx="1152754" cy="927485"/>
            </a:xfrm>
          </p:grpSpPr>
          <p:sp>
            <p:nvSpPr>
              <p:cNvPr id="410" name="다이아몬드 409">
                <a:extLst>
                  <a:ext uri="{FF2B5EF4-FFF2-40B4-BE49-F238E27FC236}">
                    <a16:creationId xmlns:a16="http://schemas.microsoft.com/office/drawing/2014/main" id="{F4496313-715E-180A-4DA7-79B52BB6346A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1" name="다이아몬드 410">
                <a:extLst>
                  <a:ext uri="{FF2B5EF4-FFF2-40B4-BE49-F238E27FC236}">
                    <a16:creationId xmlns:a16="http://schemas.microsoft.com/office/drawing/2014/main" id="{7F229CEA-DF38-7478-AD3C-33483E475B6E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2" name="TextBox 411">
                <a:extLst>
                  <a:ext uri="{FF2B5EF4-FFF2-40B4-BE49-F238E27FC236}">
                    <a16:creationId xmlns:a16="http://schemas.microsoft.com/office/drawing/2014/main" id="{8E17122B-9B3C-A3B4-ED5A-4A9887CFD870}"/>
                  </a:ext>
                </a:extLst>
              </p:cNvPr>
              <p:cNvSpPr txBox="1"/>
              <p:nvPr/>
            </p:nvSpPr>
            <p:spPr>
              <a:xfrm>
                <a:off x="10280836" y="1460522"/>
                <a:ext cx="1152754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lea-lecture</a:t>
                </a:r>
                <a:endParaRPr lang="ko-KR" altLang="en-US" sz="1200" b="1" dirty="0"/>
              </a:p>
            </p:txBody>
          </p:sp>
          <p:sp>
            <p:nvSpPr>
              <p:cNvPr id="413" name="TextBox 412">
                <a:extLst>
                  <a:ext uri="{FF2B5EF4-FFF2-40B4-BE49-F238E27FC236}">
                    <a16:creationId xmlns:a16="http://schemas.microsoft.com/office/drawing/2014/main" id="{D4153BFD-B6AB-67C3-1D30-3173F279BFA7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463" name="그룹 462">
            <a:extLst>
              <a:ext uri="{FF2B5EF4-FFF2-40B4-BE49-F238E27FC236}">
                <a16:creationId xmlns:a16="http://schemas.microsoft.com/office/drawing/2014/main" id="{A9190E2B-1ABE-7EC5-A0AD-643A66504C42}"/>
              </a:ext>
            </a:extLst>
          </p:cNvPr>
          <p:cNvGrpSpPr/>
          <p:nvPr/>
        </p:nvGrpSpPr>
        <p:grpSpPr>
          <a:xfrm>
            <a:off x="3283700" y="265814"/>
            <a:ext cx="3806416" cy="3906261"/>
            <a:chOff x="2025959" y="265814"/>
            <a:chExt cx="3611662" cy="3906261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613C368B-43FD-6D1E-7CBE-B896D34B46DE}"/>
                </a:ext>
              </a:extLst>
            </p:cNvPr>
            <p:cNvSpPr/>
            <p:nvPr/>
          </p:nvSpPr>
          <p:spPr>
            <a:xfrm>
              <a:off x="2025959" y="265814"/>
              <a:ext cx="3611662" cy="3645004"/>
            </a:xfrm>
            <a:prstGeom prst="roundRect">
              <a:avLst>
                <a:gd name="adj" fmla="val 3422"/>
              </a:avLst>
            </a:prstGeom>
            <a:noFill/>
            <a:ln w="444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" name="모서리가 둥근 직사각형 461">
              <a:extLst>
                <a:ext uri="{FF2B5EF4-FFF2-40B4-BE49-F238E27FC236}">
                  <a16:creationId xmlns:a16="http://schemas.microsoft.com/office/drawing/2014/main" id="{67028984-7484-009B-EB77-FE80E66218D4}"/>
                </a:ext>
              </a:extLst>
            </p:cNvPr>
            <p:cNvSpPr/>
            <p:nvPr/>
          </p:nvSpPr>
          <p:spPr>
            <a:xfrm>
              <a:off x="2579352" y="3649561"/>
              <a:ext cx="2504877" cy="52251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/>
                <a:t>K8s Worker node - 1</a:t>
              </a:r>
              <a:endParaRPr kumimoji="1" lang="ko-KR" altLang="en-US" dirty="0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22DE587A-F6AC-0283-022A-5783EB66F886}"/>
              </a:ext>
            </a:extLst>
          </p:cNvPr>
          <p:cNvGrpSpPr/>
          <p:nvPr/>
        </p:nvGrpSpPr>
        <p:grpSpPr>
          <a:xfrm>
            <a:off x="4495404" y="689004"/>
            <a:ext cx="1214114" cy="1068545"/>
            <a:chOff x="2421945" y="2739939"/>
            <a:chExt cx="1214114" cy="1068545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9CB2E232-22F3-B8C5-903B-9FF397712128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11" name="육각형 81">
                <a:extLst>
                  <a:ext uri="{FF2B5EF4-FFF2-40B4-BE49-F238E27FC236}">
                    <a16:creationId xmlns:a16="http://schemas.microsoft.com/office/drawing/2014/main" id="{F12401E5-AF5B-F5C8-7571-7EE256C84EE9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자유형 11">
                <a:extLst>
                  <a:ext uri="{FF2B5EF4-FFF2-40B4-BE49-F238E27FC236}">
                    <a16:creationId xmlns:a16="http://schemas.microsoft.com/office/drawing/2014/main" id="{DA86B375-A925-AFAA-5631-2D664FE6FC51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auth-pod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A9737CB-0796-4220-BBC4-A06BE1F3B5B1}"/>
                </a:ext>
              </a:extLst>
            </p:cNvPr>
            <p:cNvGrpSpPr/>
            <p:nvPr/>
          </p:nvGrpSpPr>
          <p:grpSpPr>
            <a:xfrm>
              <a:off x="2640203" y="2739939"/>
              <a:ext cx="787395" cy="770909"/>
              <a:chOff x="10406564" y="1238502"/>
              <a:chExt cx="947321" cy="927485"/>
            </a:xfrm>
          </p:grpSpPr>
          <p:sp>
            <p:nvSpPr>
              <p:cNvPr id="7" name="다이아몬드 6">
                <a:extLst>
                  <a:ext uri="{FF2B5EF4-FFF2-40B4-BE49-F238E27FC236}">
                    <a16:creationId xmlns:a16="http://schemas.microsoft.com/office/drawing/2014/main" id="{6DECE458-E6F9-8CB9-BF4E-679407B76C88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다이아몬드 7">
                <a:extLst>
                  <a:ext uri="{FF2B5EF4-FFF2-40B4-BE49-F238E27FC236}">
                    <a16:creationId xmlns:a16="http://schemas.microsoft.com/office/drawing/2014/main" id="{38C49794-D82B-0F28-E726-FD1EB2B5C258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9BCD17-8EAD-52C4-1700-6C43F4B8153B}"/>
                  </a:ext>
                </a:extLst>
              </p:cNvPr>
              <p:cNvSpPr txBox="1"/>
              <p:nvPr/>
            </p:nvSpPr>
            <p:spPr>
              <a:xfrm>
                <a:off x="10406564" y="1460522"/>
                <a:ext cx="947321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lea-auth</a:t>
                </a:r>
                <a:endParaRPr lang="ko-KR" altLang="en-US" sz="1200" b="1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49C2F2-1287-70A1-1F5C-3AEDF08F4D81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3B8EC21-9EAA-6808-81D1-991B2928192C}"/>
              </a:ext>
            </a:extLst>
          </p:cNvPr>
          <p:cNvCxnSpPr>
            <a:cxnSpLocks/>
          </p:cNvCxnSpPr>
          <p:nvPr/>
        </p:nvCxnSpPr>
        <p:spPr>
          <a:xfrm flipV="1">
            <a:off x="2752589" y="1090503"/>
            <a:ext cx="1796070" cy="5228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3B35B229-4DB8-094C-E3D2-5141D2F56964}"/>
              </a:ext>
            </a:extLst>
          </p:cNvPr>
          <p:cNvCxnSpPr/>
          <p:nvPr/>
        </p:nvCxnSpPr>
        <p:spPr>
          <a:xfrm flipH="1">
            <a:off x="2731277" y="1444184"/>
            <a:ext cx="1841434" cy="57038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965C43B-F0A8-337A-52B5-E5F68FBE63BE}"/>
              </a:ext>
            </a:extLst>
          </p:cNvPr>
          <p:cNvGrpSpPr/>
          <p:nvPr/>
        </p:nvGrpSpPr>
        <p:grpSpPr>
          <a:xfrm>
            <a:off x="7335195" y="265814"/>
            <a:ext cx="2540325" cy="3906261"/>
            <a:chOff x="2025959" y="265814"/>
            <a:chExt cx="2410350" cy="3906261"/>
          </a:xfrm>
        </p:grpSpPr>
        <p:sp>
          <p:nvSpPr>
            <p:cNvPr id="41" name="사각형: 둥근 모서리 2">
              <a:extLst>
                <a:ext uri="{FF2B5EF4-FFF2-40B4-BE49-F238E27FC236}">
                  <a16:creationId xmlns:a16="http://schemas.microsoft.com/office/drawing/2014/main" id="{B14093E5-5C6A-40F4-EDBF-7B3FFA4D4CD0}"/>
                </a:ext>
              </a:extLst>
            </p:cNvPr>
            <p:cNvSpPr/>
            <p:nvPr/>
          </p:nvSpPr>
          <p:spPr>
            <a:xfrm>
              <a:off x="2025959" y="265814"/>
              <a:ext cx="2410350" cy="3645004"/>
            </a:xfrm>
            <a:prstGeom prst="roundRect">
              <a:avLst>
                <a:gd name="adj" fmla="val 3422"/>
              </a:avLst>
            </a:prstGeom>
            <a:noFill/>
            <a:ln w="444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모서리가 둥근 직사각형 41">
              <a:extLst>
                <a:ext uri="{FF2B5EF4-FFF2-40B4-BE49-F238E27FC236}">
                  <a16:creationId xmlns:a16="http://schemas.microsoft.com/office/drawing/2014/main" id="{3E21F7F8-B557-48DD-12EC-3215B376E66C}"/>
                </a:ext>
              </a:extLst>
            </p:cNvPr>
            <p:cNvSpPr/>
            <p:nvPr/>
          </p:nvSpPr>
          <p:spPr>
            <a:xfrm>
              <a:off x="2469504" y="3649561"/>
              <a:ext cx="1523259" cy="52251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 err="1"/>
                <a:t>Iaas</a:t>
              </a:r>
              <a:r>
                <a:rPr kumimoji="1" lang="en-US" altLang="ko-KR" dirty="0"/>
                <a:t> - VPC</a:t>
              </a:r>
              <a:endParaRPr kumimoji="1" lang="ko-KR" altLang="en-US" dirty="0"/>
            </a:p>
          </p:txBody>
        </p:sp>
      </p:grpSp>
      <p:sp>
        <p:nvSpPr>
          <p:cNvPr id="43" name="원통[C] 42">
            <a:extLst>
              <a:ext uri="{FF2B5EF4-FFF2-40B4-BE49-F238E27FC236}">
                <a16:creationId xmlns:a16="http://schemas.microsoft.com/office/drawing/2014/main" id="{9855385F-AE81-A117-C5DC-CE034024FA1C}"/>
              </a:ext>
            </a:extLst>
          </p:cNvPr>
          <p:cNvSpPr/>
          <p:nvPr/>
        </p:nvSpPr>
        <p:spPr>
          <a:xfrm>
            <a:off x="8136125" y="1045885"/>
            <a:ext cx="938465" cy="170021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EA5888-53DA-1D5C-FCE6-E64623FE815A}"/>
              </a:ext>
            </a:extLst>
          </p:cNvPr>
          <p:cNvSpPr txBox="1"/>
          <p:nvPr/>
        </p:nvSpPr>
        <p:spPr>
          <a:xfrm>
            <a:off x="8264591" y="2765772"/>
            <a:ext cx="681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redis</a:t>
            </a:r>
            <a:endParaRPr kumimoji="1" lang="ko-KR" altLang="en-US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68554CC5-33E4-9CE3-D87A-08BFDD890486}"/>
              </a:ext>
            </a:extLst>
          </p:cNvPr>
          <p:cNvCxnSpPr>
            <a:cxnSpLocks/>
            <a:stCxn id="11" idx="0"/>
            <a:endCxn id="43" idx="2"/>
          </p:cNvCxnSpPr>
          <p:nvPr/>
        </p:nvCxnSpPr>
        <p:spPr>
          <a:xfrm>
            <a:off x="5709518" y="1234225"/>
            <a:ext cx="2426607" cy="66176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85817C0-EE90-2053-09F2-B8B11A032C9E}"/>
              </a:ext>
            </a:extLst>
          </p:cNvPr>
          <p:cNvGrpSpPr/>
          <p:nvPr/>
        </p:nvGrpSpPr>
        <p:grpSpPr>
          <a:xfrm>
            <a:off x="5742722" y="1031817"/>
            <a:ext cx="1216977" cy="1939607"/>
            <a:chOff x="1793941" y="2813476"/>
            <a:chExt cx="1216977" cy="1939607"/>
          </a:xfrm>
        </p:grpSpPr>
        <p:sp>
          <p:nvSpPr>
            <p:cNvPr id="38" name="다이아몬드 37">
              <a:extLst>
                <a:ext uri="{FF2B5EF4-FFF2-40B4-BE49-F238E27FC236}">
                  <a16:creationId xmlns:a16="http://schemas.microsoft.com/office/drawing/2014/main" id="{27833618-2144-2C18-854F-99DDD0B82FAB}"/>
                </a:ext>
              </a:extLst>
            </p:cNvPr>
            <p:cNvSpPr/>
            <p:nvPr/>
          </p:nvSpPr>
          <p:spPr>
            <a:xfrm>
              <a:off x="2127802" y="2813476"/>
              <a:ext cx="536330" cy="490359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18000000" lon="0" rev="0"/>
              </a:camera>
              <a:lightRig rig="threePt" dir="t"/>
            </a:scene3d>
            <a:sp3d extrusionH="1524000" contourW="38100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D2FAB5B-D710-0168-669D-B1BA89998401}"/>
                </a:ext>
              </a:extLst>
            </p:cNvPr>
            <p:cNvSpPr txBox="1"/>
            <p:nvPr/>
          </p:nvSpPr>
          <p:spPr>
            <a:xfrm>
              <a:off x="1793941" y="4476084"/>
              <a:ext cx="12169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egress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8E2AAAD-DA80-1F1F-1930-7CA51FEA9C51}"/>
              </a:ext>
            </a:extLst>
          </p:cNvPr>
          <p:cNvCxnSpPr>
            <a:cxnSpLocks/>
          </p:cNvCxnSpPr>
          <p:nvPr/>
        </p:nvCxnSpPr>
        <p:spPr>
          <a:xfrm>
            <a:off x="2758052" y="2201285"/>
            <a:ext cx="826847" cy="19541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48D7C6F-F5BC-5178-6491-733F0FDE6F5A}"/>
              </a:ext>
            </a:extLst>
          </p:cNvPr>
          <p:cNvGrpSpPr/>
          <p:nvPr/>
        </p:nvGrpSpPr>
        <p:grpSpPr>
          <a:xfrm>
            <a:off x="3324173" y="1045885"/>
            <a:ext cx="1216977" cy="1925540"/>
            <a:chOff x="1795037" y="2813476"/>
            <a:chExt cx="1216977" cy="1925540"/>
          </a:xfrm>
        </p:grpSpPr>
        <p:sp>
          <p:nvSpPr>
            <p:cNvPr id="25" name="다이아몬드 24">
              <a:extLst>
                <a:ext uri="{FF2B5EF4-FFF2-40B4-BE49-F238E27FC236}">
                  <a16:creationId xmlns:a16="http://schemas.microsoft.com/office/drawing/2014/main" id="{1B929078-A6D1-713D-A53A-297741C47331}"/>
                </a:ext>
              </a:extLst>
            </p:cNvPr>
            <p:cNvSpPr/>
            <p:nvPr/>
          </p:nvSpPr>
          <p:spPr>
            <a:xfrm>
              <a:off x="2127802" y="2813476"/>
              <a:ext cx="536330" cy="490359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18000000" lon="0" rev="0"/>
              </a:camera>
              <a:lightRig rig="threePt" dir="t"/>
            </a:scene3d>
            <a:sp3d extrusionH="1524000" contourW="38100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4C35C5A-27E4-5D45-0D53-B6B3DDFD23D7}"/>
                </a:ext>
              </a:extLst>
            </p:cNvPr>
            <p:cNvSpPr txBox="1"/>
            <p:nvPr/>
          </p:nvSpPr>
          <p:spPr>
            <a:xfrm>
              <a:off x="1795037" y="4462017"/>
              <a:ext cx="12169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ingress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2" name="사각형: 둥근 모서리 1">
            <a:extLst>
              <a:ext uri="{FF2B5EF4-FFF2-40B4-BE49-F238E27FC236}">
                <a16:creationId xmlns:a16="http://schemas.microsoft.com/office/drawing/2014/main" id="{D6DA0513-5779-DD68-8453-DBA0CB7385BF}"/>
              </a:ext>
            </a:extLst>
          </p:cNvPr>
          <p:cNvSpPr/>
          <p:nvPr/>
        </p:nvSpPr>
        <p:spPr>
          <a:xfrm>
            <a:off x="1435449" y="4564808"/>
            <a:ext cx="1284037" cy="195079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Client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76BA7A4-ED96-898C-45C1-C4A56EC08925}"/>
              </a:ext>
            </a:extLst>
          </p:cNvPr>
          <p:cNvGrpSpPr/>
          <p:nvPr/>
        </p:nvGrpSpPr>
        <p:grpSpPr>
          <a:xfrm>
            <a:off x="4950157" y="4788118"/>
            <a:ext cx="1640237" cy="1504171"/>
            <a:chOff x="2421945" y="2739939"/>
            <a:chExt cx="1214114" cy="1068545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E2EF74F5-A632-9EC6-78A4-94AD17B2B549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60" name="육각형 81">
                <a:extLst>
                  <a:ext uri="{FF2B5EF4-FFF2-40B4-BE49-F238E27FC236}">
                    <a16:creationId xmlns:a16="http://schemas.microsoft.com/office/drawing/2014/main" id="{940AB671-FA1B-63AC-B537-3639033BF5B1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자유형 60">
                <a:extLst>
                  <a:ext uri="{FF2B5EF4-FFF2-40B4-BE49-F238E27FC236}">
                    <a16:creationId xmlns:a16="http://schemas.microsoft.com/office/drawing/2014/main" id="{45DF934F-47C6-9679-63B6-47B085665965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auth-pod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E2658CEB-182B-ED6E-9F2C-902DB715615A}"/>
                </a:ext>
              </a:extLst>
            </p:cNvPr>
            <p:cNvGrpSpPr/>
            <p:nvPr/>
          </p:nvGrpSpPr>
          <p:grpSpPr>
            <a:xfrm>
              <a:off x="2739933" y="2739939"/>
              <a:ext cx="787395" cy="770909"/>
              <a:chOff x="10526550" y="1238502"/>
              <a:chExt cx="947321" cy="927485"/>
            </a:xfrm>
          </p:grpSpPr>
          <p:sp>
            <p:nvSpPr>
              <p:cNvPr id="56" name="다이아몬드 55">
                <a:extLst>
                  <a:ext uri="{FF2B5EF4-FFF2-40B4-BE49-F238E27FC236}">
                    <a16:creationId xmlns:a16="http://schemas.microsoft.com/office/drawing/2014/main" id="{44093137-F16B-2436-8DF4-F71E02BAF4FC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다이아몬드 56">
                <a:extLst>
                  <a:ext uri="{FF2B5EF4-FFF2-40B4-BE49-F238E27FC236}">
                    <a16:creationId xmlns:a16="http://schemas.microsoft.com/office/drawing/2014/main" id="{E140F528-EB8E-AFDF-3812-203FE091AB78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AE0354A-71BC-C339-216D-9EFB273A1EA8}"/>
                  </a:ext>
                </a:extLst>
              </p:cNvPr>
              <p:cNvSpPr txBox="1"/>
              <p:nvPr/>
            </p:nvSpPr>
            <p:spPr>
              <a:xfrm>
                <a:off x="10526550" y="1460522"/>
                <a:ext cx="947321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lea-auth</a:t>
                </a:r>
                <a:endParaRPr lang="ko-KR" altLang="en-US" sz="1200" b="1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1161F68-BF8C-08E4-8BA7-6C43D0A98B3C}"/>
                  </a:ext>
                </a:extLst>
              </p:cNvPr>
              <p:cNvSpPr txBox="1"/>
              <p:nvPr/>
            </p:nvSpPr>
            <p:spPr>
              <a:xfrm>
                <a:off x="10634910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cxnSp>
        <p:nvCxnSpPr>
          <p:cNvPr id="529" name="직선 화살표 연결선 528">
            <a:extLst>
              <a:ext uri="{FF2B5EF4-FFF2-40B4-BE49-F238E27FC236}">
                <a16:creationId xmlns:a16="http://schemas.microsoft.com/office/drawing/2014/main" id="{0CA70C18-F8B4-C86E-4FA2-5D60C24EF3FB}"/>
              </a:ext>
            </a:extLst>
          </p:cNvPr>
          <p:cNvCxnSpPr>
            <a:cxnSpLocks/>
          </p:cNvCxnSpPr>
          <p:nvPr/>
        </p:nvCxnSpPr>
        <p:spPr>
          <a:xfrm>
            <a:off x="2758052" y="4847831"/>
            <a:ext cx="224932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직선 화살표 연결선 530">
            <a:extLst>
              <a:ext uri="{FF2B5EF4-FFF2-40B4-BE49-F238E27FC236}">
                <a16:creationId xmlns:a16="http://schemas.microsoft.com/office/drawing/2014/main" id="{33857E16-CFD7-E1E6-150D-9117FCBA656D}"/>
              </a:ext>
            </a:extLst>
          </p:cNvPr>
          <p:cNvCxnSpPr>
            <a:cxnSpLocks/>
          </p:cNvCxnSpPr>
          <p:nvPr/>
        </p:nvCxnSpPr>
        <p:spPr>
          <a:xfrm flipH="1">
            <a:off x="2758052" y="5197023"/>
            <a:ext cx="221064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2" name="그룹 541">
            <a:extLst>
              <a:ext uri="{FF2B5EF4-FFF2-40B4-BE49-F238E27FC236}">
                <a16:creationId xmlns:a16="http://schemas.microsoft.com/office/drawing/2014/main" id="{6C895555-DB32-E97D-D6F5-5F59707BBF15}"/>
              </a:ext>
            </a:extLst>
          </p:cNvPr>
          <p:cNvGrpSpPr/>
          <p:nvPr/>
        </p:nvGrpSpPr>
        <p:grpSpPr>
          <a:xfrm>
            <a:off x="1243728" y="3932714"/>
            <a:ext cx="1782669" cy="646331"/>
            <a:chOff x="1277989" y="4228458"/>
            <a:chExt cx="1782669" cy="646331"/>
          </a:xfrm>
        </p:grpSpPr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2EA2E4DD-EF79-91C0-267D-2FCA972E1DD8}"/>
                </a:ext>
              </a:extLst>
            </p:cNvPr>
            <p:cNvSpPr txBox="1"/>
            <p:nvPr/>
          </p:nvSpPr>
          <p:spPr>
            <a:xfrm>
              <a:off x="1632062" y="4228458"/>
              <a:ext cx="14285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/>
                <a:t>생성</a:t>
              </a:r>
              <a:r>
                <a:rPr kumimoji="1" lang="en-US" altLang="ko-KR" sz="1200" dirty="0"/>
                <a:t>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-US" altLang="ko-KR" sz="1200" dirty="0" err="1"/>
                <a:t>code_verifier</a:t>
              </a:r>
              <a:endParaRPr kumimoji="1" lang="en-US" altLang="ko-KR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-US" altLang="ko-KR" sz="1200" dirty="0" err="1"/>
                <a:t>code_challenge</a:t>
              </a:r>
              <a:endParaRPr kumimoji="1" lang="ko-KR" altLang="en-US" sz="1200" dirty="0"/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4E31EA27-C0D9-E93F-5AE7-625E39D6E2CC}"/>
                </a:ext>
              </a:extLst>
            </p:cNvPr>
            <p:cNvSpPr txBox="1"/>
            <p:nvPr/>
          </p:nvSpPr>
          <p:spPr>
            <a:xfrm>
              <a:off x="1277989" y="4366957"/>
              <a:ext cx="392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❶</a:t>
              </a:r>
              <a:endParaRPr kumimoji="1" lang="ko-KR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41" name="그룹 540">
            <a:extLst>
              <a:ext uri="{FF2B5EF4-FFF2-40B4-BE49-F238E27FC236}">
                <a16:creationId xmlns:a16="http://schemas.microsoft.com/office/drawing/2014/main" id="{BB2E0557-B1FF-4BD0-CCE5-7FB17FAF3232}"/>
              </a:ext>
            </a:extLst>
          </p:cNvPr>
          <p:cNvGrpSpPr/>
          <p:nvPr/>
        </p:nvGrpSpPr>
        <p:grpSpPr>
          <a:xfrm>
            <a:off x="3030522" y="4185067"/>
            <a:ext cx="1938173" cy="646331"/>
            <a:chOff x="2730356" y="4690744"/>
            <a:chExt cx="1938173" cy="646331"/>
          </a:xfrm>
        </p:grpSpPr>
        <p:sp>
          <p:nvSpPr>
            <p:cNvPr id="536" name="TextBox 535">
              <a:extLst>
                <a:ext uri="{FF2B5EF4-FFF2-40B4-BE49-F238E27FC236}">
                  <a16:creationId xmlns:a16="http://schemas.microsoft.com/office/drawing/2014/main" id="{38F1CF34-5132-E43A-03F1-F1354468C0FF}"/>
                </a:ext>
              </a:extLst>
            </p:cNvPr>
            <p:cNvSpPr txBox="1"/>
            <p:nvPr/>
          </p:nvSpPr>
          <p:spPr>
            <a:xfrm>
              <a:off x="2730356" y="4829243"/>
              <a:ext cx="392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❷</a:t>
              </a:r>
              <a:endParaRPr kumimoji="1"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537" name="TextBox 536">
              <a:extLst>
                <a:ext uri="{FF2B5EF4-FFF2-40B4-BE49-F238E27FC236}">
                  <a16:creationId xmlns:a16="http://schemas.microsoft.com/office/drawing/2014/main" id="{D4DDE773-B314-DD2C-ED83-F179CBD9E009}"/>
                </a:ext>
              </a:extLst>
            </p:cNvPr>
            <p:cNvSpPr txBox="1"/>
            <p:nvPr/>
          </p:nvSpPr>
          <p:spPr>
            <a:xfrm>
              <a:off x="3034748" y="4690744"/>
              <a:ext cx="16337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dirty="0" err="1"/>
                <a:t>aurh</a:t>
              </a:r>
              <a:r>
                <a:rPr kumimoji="1" lang="en-US" altLang="ko-KR" sz="1200" dirty="0"/>
                <a:t> code</a:t>
              </a:r>
              <a:r>
                <a:rPr kumimoji="1" lang="ko-KR" altLang="en-US" sz="1200" dirty="0"/>
                <a:t>요청</a:t>
              </a:r>
              <a:r>
                <a:rPr kumimoji="1" lang="en-US" altLang="ko-KR" sz="1200" dirty="0"/>
                <a:t>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-US" altLang="ko-KR" sz="1200" dirty="0" err="1"/>
                <a:t>code_challenge</a:t>
              </a:r>
              <a:endParaRPr kumimoji="1" lang="en-US" altLang="ko-KR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-US" altLang="ko-KR" sz="1200" dirty="0" err="1"/>
                <a:t>challenge_method</a:t>
              </a:r>
              <a:endParaRPr kumimoji="1" lang="ko-KR" altLang="en-US" sz="1200" dirty="0"/>
            </a:p>
          </p:txBody>
        </p:sp>
      </p:grpSp>
      <p:grpSp>
        <p:nvGrpSpPr>
          <p:cNvPr id="540" name="그룹 539">
            <a:extLst>
              <a:ext uri="{FF2B5EF4-FFF2-40B4-BE49-F238E27FC236}">
                <a16:creationId xmlns:a16="http://schemas.microsoft.com/office/drawing/2014/main" id="{1C487318-FB9C-719E-8ECB-00FD91984AC0}"/>
              </a:ext>
            </a:extLst>
          </p:cNvPr>
          <p:cNvGrpSpPr/>
          <p:nvPr/>
        </p:nvGrpSpPr>
        <p:grpSpPr>
          <a:xfrm>
            <a:off x="3039111" y="5197023"/>
            <a:ext cx="1962175" cy="830997"/>
            <a:chOff x="2736828" y="5673631"/>
            <a:chExt cx="1962175" cy="830997"/>
          </a:xfrm>
        </p:grpSpPr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7869E5BB-BA61-F88E-FB00-93CA59589BEC}"/>
                </a:ext>
              </a:extLst>
            </p:cNvPr>
            <p:cNvSpPr txBox="1"/>
            <p:nvPr/>
          </p:nvSpPr>
          <p:spPr>
            <a:xfrm>
              <a:off x="2736828" y="5904463"/>
              <a:ext cx="392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❹</a:t>
              </a:r>
              <a:endParaRPr kumimoji="1"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A42950ED-DB43-DF7E-2315-B29D02C62489}"/>
                </a:ext>
              </a:extLst>
            </p:cNvPr>
            <p:cNvSpPr txBox="1"/>
            <p:nvPr/>
          </p:nvSpPr>
          <p:spPr>
            <a:xfrm>
              <a:off x="3065222" y="5673631"/>
              <a:ext cx="163378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dirty="0" err="1"/>
                <a:t>accessToken</a:t>
              </a:r>
              <a:r>
                <a:rPr kumimoji="1" lang="en-US" altLang="ko-KR" sz="1200" dirty="0"/>
                <a:t> </a:t>
              </a:r>
              <a:r>
                <a:rPr kumimoji="1" lang="ko-KR" altLang="en-US" sz="1200" dirty="0"/>
                <a:t>요청</a:t>
              </a:r>
              <a:r>
                <a:rPr kumimoji="1" lang="en-US" altLang="ko-KR" sz="1200" dirty="0"/>
                <a:t>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-US" altLang="ko-KR" sz="1200" dirty="0" err="1"/>
                <a:t>code_verifier</a:t>
              </a:r>
              <a:endParaRPr kumimoji="1" lang="en-US" altLang="ko-KR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-US" altLang="ko-KR" sz="1200" dirty="0" err="1"/>
                <a:t>challenge_method</a:t>
              </a:r>
              <a:endParaRPr kumimoji="1" lang="en-US" altLang="ko-KR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en-US" altLang="ko-KR" sz="1200" dirty="0"/>
                <a:t>auth code</a:t>
              </a:r>
              <a:endParaRPr kumimoji="1" lang="ko-KR" altLang="en-US" sz="1200" dirty="0"/>
            </a:p>
          </p:txBody>
        </p:sp>
      </p:grpSp>
      <p:grpSp>
        <p:nvGrpSpPr>
          <p:cNvPr id="547" name="그룹 546">
            <a:extLst>
              <a:ext uri="{FF2B5EF4-FFF2-40B4-BE49-F238E27FC236}">
                <a16:creationId xmlns:a16="http://schemas.microsoft.com/office/drawing/2014/main" id="{7032AE00-AB96-1982-0702-D57B5AB8955D}"/>
              </a:ext>
            </a:extLst>
          </p:cNvPr>
          <p:cNvGrpSpPr/>
          <p:nvPr/>
        </p:nvGrpSpPr>
        <p:grpSpPr>
          <a:xfrm>
            <a:off x="3030522" y="4833473"/>
            <a:ext cx="1854982" cy="369332"/>
            <a:chOff x="2747440" y="5332619"/>
            <a:chExt cx="1854982" cy="369332"/>
          </a:xfrm>
        </p:grpSpPr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82F3E9A9-B326-C6F4-C7B8-1D80BE08BC3E}"/>
                </a:ext>
              </a:extLst>
            </p:cNvPr>
            <p:cNvSpPr txBox="1"/>
            <p:nvPr/>
          </p:nvSpPr>
          <p:spPr>
            <a:xfrm>
              <a:off x="2747440" y="5332619"/>
              <a:ext cx="392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❸</a:t>
              </a:r>
              <a:endParaRPr kumimoji="1"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853001BD-5939-1FBA-3895-4883AB6B006C}"/>
                </a:ext>
              </a:extLst>
            </p:cNvPr>
            <p:cNvSpPr txBox="1"/>
            <p:nvPr/>
          </p:nvSpPr>
          <p:spPr>
            <a:xfrm>
              <a:off x="3100088" y="5378786"/>
              <a:ext cx="15023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dirty="0"/>
                <a:t>authorization code</a:t>
              </a:r>
            </a:p>
          </p:txBody>
        </p:sp>
      </p:grpSp>
      <p:cxnSp>
        <p:nvCxnSpPr>
          <p:cNvPr id="548" name="직선 화살표 연결선 547">
            <a:extLst>
              <a:ext uri="{FF2B5EF4-FFF2-40B4-BE49-F238E27FC236}">
                <a16:creationId xmlns:a16="http://schemas.microsoft.com/office/drawing/2014/main" id="{E8F014C7-2FBB-13C6-3DCD-AD2CA063C710}"/>
              </a:ext>
            </a:extLst>
          </p:cNvPr>
          <p:cNvCxnSpPr>
            <a:cxnSpLocks/>
          </p:cNvCxnSpPr>
          <p:nvPr/>
        </p:nvCxnSpPr>
        <p:spPr>
          <a:xfrm>
            <a:off x="2758052" y="6009294"/>
            <a:ext cx="224932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직선 화살표 연결선 549">
            <a:extLst>
              <a:ext uri="{FF2B5EF4-FFF2-40B4-BE49-F238E27FC236}">
                <a16:creationId xmlns:a16="http://schemas.microsoft.com/office/drawing/2014/main" id="{DB112A2B-5E3C-ACE5-965C-3EFF1A300DB0}"/>
              </a:ext>
            </a:extLst>
          </p:cNvPr>
          <p:cNvCxnSpPr>
            <a:cxnSpLocks/>
          </p:cNvCxnSpPr>
          <p:nvPr/>
        </p:nvCxnSpPr>
        <p:spPr>
          <a:xfrm flipH="1">
            <a:off x="2790643" y="6348728"/>
            <a:ext cx="221064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1" name="그룹 550">
            <a:extLst>
              <a:ext uri="{FF2B5EF4-FFF2-40B4-BE49-F238E27FC236}">
                <a16:creationId xmlns:a16="http://schemas.microsoft.com/office/drawing/2014/main" id="{090DAE5E-A864-D216-D3E2-FA686274C60C}"/>
              </a:ext>
            </a:extLst>
          </p:cNvPr>
          <p:cNvGrpSpPr/>
          <p:nvPr/>
        </p:nvGrpSpPr>
        <p:grpSpPr>
          <a:xfrm>
            <a:off x="3030522" y="5996065"/>
            <a:ext cx="1382482" cy="369332"/>
            <a:chOff x="2747440" y="5332619"/>
            <a:chExt cx="1382482" cy="369332"/>
          </a:xfrm>
        </p:grpSpPr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10E08122-0E47-2914-0ACE-1F4985B05865}"/>
                </a:ext>
              </a:extLst>
            </p:cNvPr>
            <p:cNvSpPr txBox="1"/>
            <p:nvPr/>
          </p:nvSpPr>
          <p:spPr>
            <a:xfrm>
              <a:off x="2747440" y="5332619"/>
              <a:ext cx="392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❺</a:t>
              </a:r>
              <a:endParaRPr kumimoji="1"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9A80C8F4-8F2F-1279-C936-D0C6DA920627}"/>
                </a:ext>
              </a:extLst>
            </p:cNvPr>
            <p:cNvSpPr txBox="1"/>
            <p:nvPr/>
          </p:nvSpPr>
          <p:spPr>
            <a:xfrm>
              <a:off x="3100088" y="5378786"/>
              <a:ext cx="10298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dirty="0" err="1"/>
                <a:t>accessToken</a:t>
              </a:r>
              <a:endParaRPr kumimoji="1" lang="en-US" altLang="ko-KR" sz="1200" dirty="0"/>
            </a:p>
          </p:txBody>
        </p:sp>
      </p:grpSp>
      <p:sp>
        <p:nvSpPr>
          <p:cNvPr id="554" name="원통[C] 553">
            <a:extLst>
              <a:ext uri="{FF2B5EF4-FFF2-40B4-BE49-F238E27FC236}">
                <a16:creationId xmlns:a16="http://schemas.microsoft.com/office/drawing/2014/main" id="{CFE9B6D6-979E-1AAE-625D-587EB2F0216E}"/>
              </a:ext>
            </a:extLst>
          </p:cNvPr>
          <p:cNvSpPr/>
          <p:nvPr/>
        </p:nvSpPr>
        <p:spPr>
          <a:xfrm>
            <a:off x="8587525" y="4577748"/>
            <a:ext cx="938465" cy="193785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55" name="직선 화살표 연결선 554">
            <a:extLst>
              <a:ext uri="{FF2B5EF4-FFF2-40B4-BE49-F238E27FC236}">
                <a16:creationId xmlns:a16="http://schemas.microsoft.com/office/drawing/2014/main" id="{8C19F3C7-EE22-8822-6BC2-3BE8D715FF4D}"/>
              </a:ext>
            </a:extLst>
          </p:cNvPr>
          <p:cNvCxnSpPr>
            <a:cxnSpLocks/>
          </p:cNvCxnSpPr>
          <p:nvPr/>
        </p:nvCxnSpPr>
        <p:spPr>
          <a:xfrm>
            <a:off x="6458725" y="5197023"/>
            <a:ext cx="206254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7" name="그룹 556">
            <a:extLst>
              <a:ext uri="{FF2B5EF4-FFF2-40B4-BE49-F238E27FC236}">
                <a16:creationId xmlns:a16="http://schemas.microsoft.com/office/drawing/2014/main" id="{BACB508A-44AD-D7D6-2BC4-3A02A959FC8A}"/>
              </a:ext>
            </a:extLst>
          </p:cNvPr>
          <p:cNvGrpSpPr/>
          <p:nvPr/>
        </p:nvGrpSpPr>
        <p:grpSpPr>
          <a:xfrm>
            <a:off x="6304005" y="4853798"/>
            <a:ext cx="2217261" cy="369332"/>
            <a:chOff x="2747440" y="5332619"/>
            <a:chExt cx="2217261" cy="369332"/>
          </a:xfrm>
        </p:grpSpPr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3D4B4EFB-BA8A-EE41-327B-88D122325F26}"/>
                </a:ext>
              </a:extLst>
            </p:cNvPr>
            <p:cNvSpPr txBox="1"/>
            <p:nvPr/>
          </p:nvSpPr>
          <p:spPr>
            <a:xfrm>
              <a:off x="2747440" y="5332619"/>
              <a:ext cx="392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❸</a:t>
              </a:r>
              <a:endParaRPr kumimoji="1"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8F15C365-0D18-3954-5B12-06B35E5FC730}"/>
                </a:ext>
              </a:extLst>
            </p:cNvPr>
            <p:cNvSpPr txBox="1"/>
            <p:nvPr/>
          </p:nvSpPr>
          <p:spPr>
            <a:xfrm>
              <a:off x="3100088" y="5378786"/>
              <a:ext cx="18646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dirty="0"/>
                <a:t>authorization code </a:t>
              </a:r>
              <a:r>
                <a:rPr kumimoji="1" lang="ko-KR" altLang="en-US" sz="1200" dirty="0"/>
                <a:t>저장</a:t>
              </a:r>
              <a:endParaRPr kumimoji="1" lang="en-US" altLang="ko-KR" sz="1200" dirty="0"/>
            </a:p>
          </p:txBody>
        </p:sp>
      </p:grpSp>
      <p:cxnSp>
        <p:nvCxnSpPr>
          <p:cNvPr id="561" name="직선 화살표 연결선 560">
            <a:extLst>
              <a:ext uri="{FF2B5EF4-FFF2-40B4-BE49-F238E27FC236}">
                <a16:creationId xmlns:a16="http://schemas.microsoft.com/office/drawing/2014/main" id="{4E409B87-CECD-F69B-32B2-FF911835A485}"/>
              </a:ext>
            </a:extLst>
          </p:cNvPr>
          <p:cNvCxnSpPr>
            <a:cxnSpLocks/>
          </p:cNvCxnSpPr>
          <p:nvPr/>
        </p:nvCxnSpPr>
        <p:spPr>
          <a:xfrm>
            <a:off x="6458725" y="6305387"/>
            <a:ext cx="206254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2" name="그룹 561">
            <a:extLst>
              <a:ext uri="{FF2B5EF4-FFF2-40B4-BE49-F238E27FC236}">
                <a16:creationId xmlns:a16="http://schemas.microsoft.com/office/drawing/2014/main" id="{A10B98BD-54F6-9956-C33D-FC5934A20747}"/>
              </a:ext>
            </a:extLst>
          </p:cNvPr>
          <p:cNvGrpSpPr/>
          <p:nvPr/>
        </p:nvGrpSpPr>
        <p:grpSpPr>
          <a:xfrm>
            <a:off x="6304005" y="5962162"/>
            <a:ext cx="1744760" cy="369332"/>
            <a:chOff x="2747440" y="5332619"/>
            <a:chExt cx="1744760" cy="369332"/>
          </a:xfrm>
        </p:grpSpPr>
        <p:sp>
          <p:nvSpPr>
            <p:cNvPr id="563" name="TextBox 562">
              <a:extLst>
                <a:ext uri="{FF2B5EF4-FFF2-40B4-BE49-F238E27FC236}">
                  <a16:creationId xmlns:a16="http://schemas.microsoft.com/office/drawing/2014/main" id="{02B50877-66AE-E350-01C7-C084F6D4CBE8}"/>
                </a:ext>
              </a:extLst>
            </p:cNvPr>
            <p:cNvSpPr txBox="1"/>
            <p:nvPr/>
          </p:nvSpPr>
          <p:spPr>
            <a:xfrm>
              <a:off x="2747440" y="5332619"/>
              <a:ext cx="392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❺</a:t>
              </a:r>
              <a:endParaRPr kumimoji="1"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564" name="TextBox 563">
              <a:extLst>
                <a:ext uri="{FF2B5EF4-FFF2-40B4-BE49-F238E27FC236}">
                  <a16:creationId xmlns:a16="http://schemas.microsoft.com/office/drawing/2014/main" id="{E57E523A-A526-153B-8525-8618580BD262}"/>
                </a:ext>
              </a:extLst>
            </p:cNvPr>
            <p:cNvSpPr txBox="1"/>
            <p:nvPr/>
          </p:nvSpPr>
          <p:spPr>
            <a:xfrm>
              <a:off x="3100088" y="5378786"/>
              <a:ext cx="1392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dirty="0" err="1"/>
                <a:t>accessToken</a:t>
              </a:r>
              <a:r>
                <a:rPr kumimoji="1" lang="en-US" altLang="ko-KR" sz="1200" dirty="0"/>
                <a:t> </a:t>
              </a:r>
              <a:r>
                <a:rPr kumimoji="1" lang="ko-KR" altLang="en-US" sz="1200" dirty="0"/>
                <a:t>저장</a:t>
              </a:r>
              <a:endParaRPr kumimoji="1" lang="en-US" altLang="ko-KR" sz="1200" dirty="0"/>
            </a:p>
          </p:txBody>
        </p:sp>
      </p:grpSp>
      <p:cxnSp>
        <p:nvCxnSpPr>
          <p:cNvPr id="566" name="직선 화살표 연결선 565">
            <a:extLst>
              <a:ext uri="{FF2B5EF4-FFF2-40B4-BE49-F238E27FC236}">
                <a16:creationId xmlns:a16="http://schemas.microsoft.com/office/drawing/2014/main" id="{259147DF-F087-5A58-5AAC-AE92D48F6E75}"/>
              </a:ext>
            </a:extLst>
          </p:cNvPr>
          <p:cNvCxnSpPr>
            <a:cxnSpLocks/>
          </p:cNvCxnSpPr>
          <p:nvPr/>
        </p:nvCxnSpPr>
        <p:spPr>
          <a:xfrm>
            <a:off x="4236896" y="2496724"/>
            <a:ext cx="258508" cy="5510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8" name="TextBox 567">
            <a:extLst>
              <a:ext uri="{FF2B5EF4-FFF2-40B4-BE49-F238E27FC236}">
                <a16:creationId xmlns:a16="http://schemas.microsoft.com/office/drawing/2014/main" id="{9CEC57A5-69D4-BFCB-EF1D-F667EBFA23DD}"/>
              </a:ext>
            </a:extLst>
          </p:cNvPr>
          <p:cNvSpPr txBox="1"/>
          <p:nvPr/>
        </p:nvSpPr>
        <p:spPr>
          <a:xfrm>
            <a:off x="8726524" y="6461418"/>
            <a:ext cx="681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redis</a:t>
            </a:r>
            <a:endParaRPr kumimoji="1" lang="ko-KR" altLang="en-US" dirty="0"/>
          </a:p>
        </p:txBody>
      </p:sp>
      <p:sp>
        <p:nvSpPr>
          <p:cNvPr id="569" name="TextBox 568">
            <a:extLst>
              <a:ext uri="{FF2B5EF4-FFF2-40B4-BE49-F238E27FC236}">
                <a16:creationId xmlns:a16="http://schemas.microsoft.com/office/drawing/2014/main" id="{67229A1E-85A1-BE90-A3A4-105DF99CEB21}"/>
              </a:ext>
            </a:extLst>
          </p:cNvPr>
          <p:cNvSpPr txBox="1"/>
          <p:nvPr/>
        </p:nvSpPr>
        <p:spPr>
          <a:xfrm>
            <a:off x="1572393" y="6461418"/>
            <a:ext cx="1010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Browser</a:t>
            </a:r>
            <a:endParaRPr kumimoji="1" lang="ko-KR" altLang="en-US" dirty="0"/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F46AC4A0-22D2-BE1C-4971-6C2A03C9110B}"/>
              </a:ext>
            </a:extLst>
          </p:cNvPr>
          <p:cNvSpPr txBox="1"/>
          <p:nvPr/>
        </p:nvSpPr>
        <p:spPr>
          <a:xfrm>
            <a:off x="2821912" y="1141724"/>
            <a:ext cx="3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❶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B8FC2AAE-3D43-77E2-9C2A-381A41BD26AA}"/>
              </a:ext>
            </a:extLst>
          </p:cNvPr>
          <p:cNvSpPr txBox="1"/>
          <p:nvPr/>
        </p:nvSpPr>
        <p:spPr>
          <a:xfrm>
            <a:off x="2821912" y="1562277"/>
            <a:ext cx="3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❷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572" name="TextBox 571">
            <a:extLst>
              <a:ext uri="{FF2B5EF4-FFF2-40B4-BE49-F238E27FC236}">
                <a16:creationId xmlns:a16="http://schemas.microsoft.com/office/drawing/2014/main" id="{F4BC8A3C-180B-BC0F-F0F6-EC56067AE318}"/>
              </a:ext>
            </a:extLst>
          </p:cNvPr>
          <p:cNvSpPr txBox="1"/>
          <p:nvPr/>
        </p:nvSpPr>
        <p:spPr>
          <a:xfrm>
            <a:off x="2821912" y="1938534"/>
            <a:ext cx="3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❸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727FBB7C-A165-ED4C-DF30-82E78307D95A}"/>
              </a:ext>
            </a:extLst>
          </p:cNvPr>
          <p:cNvSpPr txBox="1"/>
          <p:nvPr/>
        </p:nvSpPr>
        <p:spPr>
          <a:xfrm>
            <a:off x="3686482" y="2882968"/>
            <a:ext cx="3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chemeClr val="bg1"/>
                </a:solidFill>
              </a:rPr>
              <a:t>❹</a:t>
            </a:r>
            <a:endParaRPr kumimoji="1" lang="ko-KR" altLang="en-US" dirty="0">
              <a:solidFill>
                <a:schemeClr val="bg1"/>
              </a:solidFill>
            </a:endParaRP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DE2ED2C1-1CB7-12E2-AF89-8E4E2B1F43B8}"/>
              </a:ext>
            </a:extLst>
          </p:cNvPr>
          <p:cNvSpPr txBox="1"/>
          <p:nvPr/>
        </p:nvSpPr>
        <p:spPr>
          <a:xfrm>
            <a:off x="4162269" y="2143224"/>
            <a:ext cx="3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chemeClr val="bg1"/>
                </a:solidFill>
              </a:rPr>
              <a:t>❺</a:t>
            </a:r>
            <a:endParaRPr kumimoji="1"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21DEC7B2-02FB-F36F-7226-C9FC638CC57A}"/>
              </a:ext>
            </a:extLst>
          </p:cNvPr>
          <p:cNvSpPr/>
          <p:nvPr/>
        </p:nvSpPr>
        <p:spPr>
          <a:xfrm>
            <a:off x="3860289" y="3240209"/>
            <a:ext cx="2639949" cy="38789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lea namespace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5280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4CD1A-FBCA-0279-4E0B-BE040D9C6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3">
            <a:extLst>
              <a:ext uri="{FF2B5EF4-FFF2-40B4-BE49-F238E27FC236}">
                <a16:creationId xmlns:a16="http://schemas.microsoft.com/office/drawing/2014/main" id="{3649F4C2-DC3A-1563-4418-133D34C0AC1C}"/>
              </a:ext>
            </a:extLst>
          </p:cNvPr>
          <p:cNvSpPr/>
          <p:nvPr/>
        </p:nvSpPr>
        <p:spPr>
          <a:xfrm>
            <a:off x="3488788" y="2152519"/>
            <a:ext cx="3348110" cy="2859102"/>
          </a:xfrm>
          <a:prstGeom prst="roundRect">
            <a:avLst>
              <a:gd name="adj" fmla="val 6735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7F95CCD-F3F5-3BF9-802B-74196E82876D}"/>
              </a:ext>
            </a:extLst>
          </p:cNvPr>
          <p:cNvSpPr/>
          <p:nvPr/>
        </p:nvSpPr>
        <p:spPr>
          <a:xfrm>
            <a:off x="1431138" y="2837888"/>
            <a:ext cx="1284037" cy="158816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Client</a:t>
            </a:r>
          </a:p>
          <a:p>
            <a:pPr algn="ctr"/>
            <a:r>
              <a:rPr lang="en-US" altLang="ko-KR" dirty="0"/>
              <a:t>Browser</a:t>
            </a:r>
            <a:endParaRPr lang="ko-KR" altLang="en-US" dirty="0"/>
          </a:p>
        </p:txBody>
      </p: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9859392E-1613-EFC6-7229-482FCA651A46}"/>
              </a:ext>
            </a:extLst>
          </p:cNvPr>
          <p:cNvGrpSpPr/>
          <p:nvPr/>
        </p:nvGrpSpPr>
        <p:grpSpPr>
          <a:xfrm>
            <a:off x="4485731" y="3552102"/>
            <a:ext cx="1214114" cy="1068545"/>
            <a:chOff x="2421945" y="2739939"/>
            <a:chExt cx="1214114" cy="1068545"/>
          </a:xfrm>
        </p:grpSpPr>
        <p:grpSp>
          <p:nvGrpSpPr>
            <p:cNvPr id="408" name="그룹 407">
              <a:extLst>
                <a:ext uri="{FF2B5EF4-FFF2-40B4-BE49-F238E27FC236}">
                  <a16:creationId xmlns:a16="http://schemas.microsoft.com/office/drawing/2014/main" id="{D929DC9C-D825-F74B-7736-7F53DE1B07B5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414" name="육각형 81">
                <a:extLst>
                  <a:ext uri="{FF2B5EF4-FFF2-40B4-BE49-F238E27FC236}">
                    <a16:creationId xmlns:a16="http://schemas.microsoft.com/office/drawing/2014/main" id="{C01F0694-714D-D215-3B32-76952FF486B1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5" name="자유형 414">
                <a:extLst>
                  <a:ext uri="{FF2B5EF4-FFF2-40B4-BE49-F238E27FC236}">
                    <a16:creationId xmlns:a16="http://schemas.microsoft.com/office/drawing/2014/main" id="{60F6ED0E-6EFB-46DE-734A-0E5FF37AB652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lecture-pod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F5CF2DDE-C581-FF80-6555-54FAC7AC50C0}"/>
                </a:ext>
              </a:extLst>
            </p:cNvPr>
            <p:cNvGrpSpPr/>
            <p:nvPr/>
          </p:nvGrpSpPr>
          <p:grpSpPr>
            <a:xfrm>
              <a:off x="2535700" y="2739939"/>
              <a:ext cx="958147" cy="770909"/>
              <a:chOff x="10280836" y="1238502"/>
              <a:chExt cx="1152754" cy="927485"/>
            </a:xfrm>
          </p:grpSpPr>
          <p:sp>
            <p:nvSpPr>
              <p:cNvPr id="410" name="다이아몬드 409">
                <a:extLst>
                  <a:ext uri="{FF2B5EF4-FFF2-40B4-BE49-F238E27FC236}">
                    <a16:creationId xmlns:a16="http://schemas.microsoft.com/office/drawing/2014/main" id="{3C60BB8B-5457-5248-C0DD-822EF0D4E968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1" name="다이아몬드 410">
                <a:extLst>
                  <a:ext uri="{FF2B5EF4-FFF2-40B4-BE49-F238E27FC236}">
                    <a16:creationId xmlns:a16="http://schemas.microsoft.com/office/drawing/2014/main" id="{DD2A355D-D209-50B6-863F-058A0193C810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2" name="TextBox 411">
                <a:extLst>
                  <a:ext uri="{FF2B5EF4-FFF2-40B4-BE49-F238E27FC236}">
                    <a16:creationId xmlns:a16="http://schemas.microsoft.com/office/drawing/2014/main" id="{1A3440DF-F1AA-445B-F51C-9FD232C44C10}"/>
                  </a:ext>
                </a:extLst>
              </p:cNvPr>
              <p:cNvSpPr txBox="1"/>
              <p:nvPr/>
            </p:nvSpPr>
            <p:spPr>
              <a:xfrm>
                <a:off x="10280836" y="1460522"/>
                <a:ext cx="1152754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lea-lecture</a:t>
                </a:r>
                <a:endParaRPr lang="ko-KR" altLang="en-US" sz="1200" b="1" dirty="0"/>
              </a:p>
            </p:txBody>
          </p:sp>
          <p:sp>
            <p:nvSpPr>
              <p:cNvPr id="413" name="TextBox 412">
                <a:extLst>
                  <a:ext uri="{FF2B5EF4-FFF2-40B4-BE49-F238E27FC236}">
                    <a16:creationId xmlns:a16="http://schemas.microsoft.com/office/drawing/2014/main" id="{A2F7EB66-71AE-C673-DD1E-6F07EF6CCACA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463" name="그룹 462">
            <a:extLst>
              <a:ext uri="{FF2B5EF4-FFF2-40B4-BE49-F238E27FC236}">
                <a16:creationId xmlns:a16="http://schemas.microsoft.com/office/drawing/2014/main" id="{23B88E19-F89F-32A1-2E4A-7CA143516BF1}"/>
              </a:ext>
            </a:extLst>
          </p:cNvPr>
          <p:cNvGrpSpPr/>
          <p:nvPr/>
        </p:nvGrpSpPr>
        <p:grpSpPr>
          <a:xfrm>
            <a:off x="3283700" y="1889131"/>
            <a:ext cx="3806416" cy="3906261"/>
            <a:chOff x="2025959" y="265814"/>
            <a:chExt cx="3611662" cy="3906261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36813C94-F46F-DBEB-2988-4304C35C5F17}"/>
                </a:ext>
              </a:extLst>
            </p:cNvPr>
            <p:cNvSpPr/>
            <p:nvPr/>
          </p:nvSpPr>
          <p:spPr>
            <a:xfrm>
              <a:off x="2025959" y="265814"/>
              <a:ext cx="3611662" cy="3645004"/>
            </a:xfrm>
            <a:prstGeom prst="roundRect">
              <a:avLst>
                <a:gd name="adj" fmla="val 3422"/>
              </a:avLst>
            </a:prstGeom>
            <a:noFill/>
            <a:ln w="444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" name="모서리가 둥근 직사각형 461">
              <a:extLst>
                <a:ext uri="{FF2B5EF4-FFF2-40B4-BE49-F238E27FC236}">
                  <a16:creationId xmlns:a16="http://schemas.microsoft.com/office/drawing/2014/main" id="{7C47B807-671D-86CD-4B0F-B9F1B7F3B469}"/>
                </a:ext>
              </a:extLst>
            </p:cNvPr>
            <p:cNvSpPr/>
            <p:nvPr/>
          </p:nvSpPr>
          <p:spPr>
            <a:xfrm>
              <a:off x="2579352" y="3649561"/>
              <a:ext cx="2504877" cy="52251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/>
                <a:t>K8s Worker node - 1</a:t>
              </a:r>
              <a:endParaRPr kumimoji="1" lang="ko-KR" altLang="en-US" dirty="0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50DCB5BD-0D69-2985-1D5A-B50B90844335}"/>
              </a:ext>
            </a:extLst>
          </p:cNvPr>
          <p:cNvGrpSpPr/>
          <p:nvPr/>
        </p:nvGrpSpPr>
        <p:grpSpPr>
          <a:xfrm>
            <a:off x="4495404" y="2312321"/>
            <a:ext cx="1214114" cy="1068545"/>
            <a:chOff x="2421945" y="2739939"/>
            <a:chExt cx="1214114" cy="1068545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3824CA5-9062-3A3B-FD2B-8C811A49F866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11" name="육각형 81">
                <a:extLst>
                  <a:ext uri="{FF2B5EF4-FFF2-40B4-BE49-F238E27FC236}">
                    <a16:creationId xmlns:a16="http://schemas.microsoft.com/office/drawing/2014/main" id="{405C545D-6A52-3BC2-610F-08AF25A57862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자유형 11">
                <a:extLst>
                  <a:ext uri="{FF2B5EF4-FFF2-40B4-BE49-F238E27FC236}">
                    <a16:creationId xmlns:a16="http://schemas.microsoft.com/office/drawing/2014/main" id="{2C062479-B12A-8302-36BA-B6D2276C8DCE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auth-pod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E2F5F4D4-CCAD-6B72-96A8-1E35AF108F5F}"/>
                </a:ext>
              </a:extLst>
            </p:cNvPr>
            <p:cNvGrpSpPr/>
            <p:nvPr/>
          </p:nvGrpSpPr>
          <p:grpSpPr>
            <a:xfrm>
              <a:off x="2640203" y="2739939"/>
              <a:ext cx="787395" cy="770909"/>
              <a:chOff x="10406564" y="1238502"/>
              <a:chExt cx="947321" cy="927485"/>
            </a:xfrm>
          </p:grpSpPr>
          <p:sp>
            <p:nvSpPr>
              <p:cNvPr id="7" name="다이아몬드 6">
                <a:extLst>
                  <a:ext uri="{FF2B5EF4-FFF2-40B4-BE49-F238E27FC236}">
                    <a16:creationId xmlns:a16="http://schemas.microsoft.com/office/drawing/2014/main" id="{D00DB74B-EDB3-CB93-CB51-78C37C35CE41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다이아몬드 7">
                <a:extLst>
                  <a:ext uri="{FF2B5EF4-FFF2-40B4-BE49-F238E27FC236}">
                    <a16:creationId xmlns:a16="http://schemas.microsoft.com/office/drawing/2014/main" id="{E012C5FF-4E98-C115-F14E-527D4D52F46B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DDA756-CD50-7158-0731-1ED92F19B06E}"/>
                  </a:ext>
                </a:extLst>
              </p:cNvPr>
              <p:cNvSpPr txBox="1"/>
              <p:nvPr/>
            </p:nvSpPr>
            <p:spPr>
              <a:xfrm>
                <a:off x="10406564" y="1460522"/>
                <a:ext cx="947321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lea-auth</a:t>
                </a:r>
                <a:endParaRPr lang="ko-KR" altLang="en-US" sz="1200" b="1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3AED06-CB40-3D9E-404B-EE49A61E8491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27465B8-6EFA-8C5F-5C8B-1422D9649AE9}"/>
              </a:ext>
            </a:extLst>
          </p:cNvPr>
          <p:cNvGrpSpPr/>
          <p:nvPr/>
        </p:nvGrpSpPr>
        <p:grpSpPr>
          <a:xfrm>
            <a:off x="5742722" y="2655134"/>
            <a:ext cx="1216977" cy="1939607"/>
            <a:chOff x="1793941" y="2813476"/>
            <a:chExt cx="1216977" cy="1939607"/>
          </a:xfrm>
        </p:grpSpPr>
        <p:sp>
          <p:nvSpPr>
            <p:cNvPr id="38" name="다이아몬드 37">
              <a:extLst>
                <a:ext uri="{FF2B5EF4-FFF2-40B4-BE49-F238E27FC236}">
                  <a16:creationId xmlns:a16="http://schemas.microsoft.com/office/drawing/2014/main" id="{24B358EF-C493-CC86-3416-3FA38F69936B}"/>
                </a:ext>
              </a:extLst>
            </p:cNvPr>
            <p:cNvSpPr/>
            <p:nvPr/>
          </p:nvSpPr>
          <p:spPr>
            <a:xfrm>
              <a:off x="2127802" y="2813476"/>
              <a:ext cx="536330" cy="490359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18000000" lon="0" rev="0"/>
              </a:camera>
              <a:lightRig rig="threePt" dir="t"/>
            </a:scene3d>
            <a:sp3d extrusionH="1524000" contourW="38100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8CA77E8-4D7C-D574-E908-8EA6D8BACB65}"/>
                </a:ext>
              </a:extLst>
            </p:cNvPr>
            <p:cNvSpPr txBox="1"/>
            <p:nvPr/>
          </p:nvSpPr>
          <p:spPr>
            <a:xfrm>
              <a:off x="1793941" y="4476084"/>
              <a:ext cx="12169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egress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2F7EC60-2F0D-C521-99D0-3572E5B17342}"/>
              </a:ext>
            </a:extLst>
          </p:cNvPr>
          <p:cNvGrpSpPr/>
          <p:nvPr/>
        </p:nvGrpSpPr>
        <p:grpSpPr>
          <a:xfrm>
            <a:off x="3324173" y="2669202"/>
            <a:ext cx="1216977" cy="1925540"/>
            <a:chOff x="1795037" y="2813476"/>
            <a:chExt cx="1216977" cy="1925540"/>
          </a:xfrm>
        </p:grpSpPr>
        <p:sp>
          <p:nvSpPr>
            <p:cNvPr id="25" name="다이아몬드 24">
              <a:extLst>
                <a:ext uri="{FF2B5EF4-FFF2-40B4-BE49-F238E27FC236}">
                  <a16:creationId xmlns:a16="http://schemas.microsoft.com/office/drawing/2014/main" id="{9B42D833-F6C9-79C9-17B2-98BB552F3604}"/>
                </a:ext>
              </a:extLst>
            </p:cNvPr>
            <p:cNvSpPr/>
            <p:nvPr/>
          </p:nvSpPr>
          <p:spPr>
            <a:xfrm>
              <a:off x="2127802" y="2813476"/>
              <a:ext cx="536330" cy="490359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18000000" lon="0" rev="0"/>
              </a:camera>
              <a:lightRig rig="threePt" dir="t"/>
            </a:scene3d>
            <a:sp3d extrusionH="1524000" contourW="38100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A63D73F-4838-8088-CF3A-5FCF4ED094FE}"/>
                </a:ext>
              </a:extLst>
            </p:cNvPr>
            <p:cNvSpPr txBox="1"/>
            <p:nvPr/>
          </p:nvSpPr>
          <p:spPr>
            <a:xfrm>
              <a:off x="1795037" y="4462017"/>
              <a:ext cx="12169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ingress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66" name="직선 화살표 연결선 565">
            <a:extLst>
              <a:ext uri="{FF2B5EF4-FFF2-40B4-BE49-F238E27FC236}">
                <a16:creationId xmlns:a16="http://schemas.microsoft.com/office/drawing/2014/main" id="{FAAC44A0-BC65-B3D2-D075-EBEB34CD6EDF}"/>
              </a:ext>
            </a:extLst>
          </p:cNvPr>
          <p:cNvCxnSpPr>
            <a:cxnSpLocks/>
          </p:cNvCxnSpPr>
          <p:nvPr/>
        </p:nvCxnSpPr>
        <p:spPr>
          <a:xfrm flipV="1">
            <a:off x="4231331" y="3145493"/>
            <a:ext cx="322791" cy="3833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0" name="TextBox 569">
            <a:extLst>
              <a:ext uri="{FF2B5EF4-FFF2-40B4-BE49-F238E27FC236}">
                <a16:creationId xmlns:a16="http://schemas.microsoft.com/office/drawing/2014/main" id="{16813817-1A51-740A-7A15-8BB09B895D32}"/>
              </a:ext>
            </a:extLst>
          </p:cNvPr>
          <p:cNvSpPr txBox="1"/>
          <p:nvPr/>
        </p:nvSpPr>
        <p:spPr>
          <a:xfrm>
            <a:off x="2843299" y="3250563"/>
            <a:ext cx="3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❶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9783F365-8F34-951A-62F6-31600954E00F}"/>
              </a:ext>
            </a:extLst>
          </p:cNvPr>
          <p:cNvSpPr txBox="1"/>
          <p:nvPr/>
        </p:nvSpPr>
        <p:spPr>
          <a:xfrm>
            <a:off x="3670701" y="4554589"/>
            <a:ext cx="3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chemeClr val="bg1"/>
                </a:solidFill>
              </a:rPr>
              <a:t>❷</a:t>
            </a:r>
            <a:endParaRPr kumimoji="1" lang="ko-KR" altLang="en-US" dirty="0">
              <a:solidFill>
                <a:schemeClr val="bg1"/>
              </a:solidFill>
            </a:endParaRPr>
          </a:p>
        </p:txBody>
      </p:sp>
      <p:sp>
        <p:nvSpPr>
          <p:cNvPr id="572" name="TextBox 571">
            <a:extLst>
              <a:ext uri="{FF2B5EF4-FFF2-40B4-BE49-F238E27FC236}">
                <a16:creationId xmlns:a16="http://schemas.microsoft.com/office/drawing/2014/main" id="{7DBC996F-4910-5EB2-977C-D7D74B75FFA6}"/>
              </a:ext>
            </a:extLst>
          </p:cNvPr>
          <p:cNvSpPr txBox="1"/>
          <p:nvPr/>
        </p:nvSpPr>
        <p:spPr>
          <a:xfrm>
            <a:off x="4181799" y="2869886"/>
            <a:ext cx="3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chemeClr val="bg1"/>
                </a:solidFill>
              </a:rPr>
              <a:t>❸</a:t>
            </a:r>
            <a:endParaRPr kumimoji="1" lang="ko-KR" altLang="en-US" dirty="0">
              <a:solidFill>
                <a:schemeClr val="bg1"/>
              </a:solidFill>
            </a:endParaRP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0E647EB5-1519-C56E-8826-365C51217825}"/>
              </a:ext>
            </a:extLst>
          </p:cNvPr>
          <p:cNvSpPr txBox="1"/>
          <p:nvPr/>
        </p:nvSpPr>
        <p:spPr>
          <a:xfrm>
            <a:off x="4181799" y="3526967"/>
            <a:ext cx="3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chemeClr val="bg1"/>
                </a:solidFill>
              </a:rPr>
              <a:t>❹</a:t>
            </a:r>
            <a:endParaRPr kumimoji="1"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74D8F5F-D02C-7285-C69F-B0344D2DA8AF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715175" y="3631972"/>
            <a:ext cx="94176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9F674BA-8A4A-8B60-0ABD-4F6A98FCF9B9}"/>
              </a:ext>
            </a:extLst>
          </p:cNvPr>
          <p:cNvCxnSpPr>
            <a:cxnSpLocks/>
            <a:endCxn id="414" idx="3"/>
          </p:cNvCxnSpPr>
          <p:nvPr/>
        </p:nvCxnSpPr>
        <p:spPr>
          <a:xfrm>
            <a:off x="4243238" y="3792280"/>
            <a:ext cx="242493" cy="30504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489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12599-00DC-6132-14FC-AD01166E1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3">
            <a:extLst>
              <a:ext uri="{FF2B5EF4-FFF2-40B4-BE49-F238E27FC236}">
                <a16:creationId xmlns:a16="http://schemas.microsoft.com/office/drawing/2014/main" id="{6A7F0C72-006C-3951-072E-EED7D4FA680A}"/>
              </a:ext>
            </a:extLst>
          </p:cNvPr>
          <p:cNvSpPr/>
          <p:nvPr/>
        </p:nvSpPr>
        <p:spPr>
          <a:xfrm>
            <a:off x="2943394" y="1508916"/>
            <a:ext cx="3348110" cy="2859102"/>
          </a:xfrm>
          <a:prstGeom prst="roundRect">
            <a:avLst>
              <a:gd name="adj" fmla="val 6735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E1AFADFC-4E89-440D-C248-281324436FEB}"/>
              </a:ext>
            </a:extLst>
          </p:cNvPr>
          <p:cNvGrpSpPr/>
          <p:nvPr/>
        </p:nvGrpSpPr>
        <p:grpSpPr>
          <a:xfrm>
            <a:off x="3940337" y="2908499"/>
            <a:ext cx="1214114" cy="1068545"/>
            <a:chOff x="2421945" y="2739939"/>
            <a:chExt cx="1214114" cy="1068545"/>
          </a:xfrm>
        </p:grpSpPr>
        <p:grpSp>
          <p:nvGrpSpPr>
            <p:cNvPr id="408" name="그룹 407">
              <a:extLst>
                <a:ext uri="{FF2B5EF4-FFF2-40B4-BE49-F238E27FC236}">
                  <a16:creationId xmlns:a16="http://schemas.microsoft.com/office/drawing/2014/main" id="{0AB8FCCE-D7FE-CD01-8D21-6015E3BCD83D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414" name="육각형 81">
                <a:extLst>
                  <a:ext uri="{FF2B5EF4-FFF2-40B4-BE49-F238E27FC236}">
                    <a16:creationId xmlns:a16="http://schemas.microsoft.com/office/drawing/2014/main" id="{29BC31BC-A522-F796-A017-CDE05656BA01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5" name="자유형 414">
                <a:extLst>
                  <a:ext uri="{FF2B5EF4-FFF2-40B4-BE49-F238E27FC236}">
                    <a16:creationId xmlns:a16="http://schemas.microsoft.com/office/drawing/2014/main" id="{EBDC6D0F-86EF-2D34-E7F9-0D9D9A1D32C9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lecture-pod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43E70D16-33FE-95DC-85B5-A09BC94DD9D5}"/>
                </a:ext>
              </a:extLst>
            </p:cNvPr>
            <p:cNvGrpSpPr/>
            <p:nvPr/>
          </p:nvGrpSpPr>
          <p:grpSpPr>
            <a:xfrm>
              <a:off x="2535700" y="2739939"/>
              <a:ext cx="958147" cy="770909"/>
              <a:chOff x="10280836" y="1238502"/>
              <a:chExt cx="1152754" cy="927485"/>
            </a:xfrm>
          </p:grpSpPr>
          <p:sp>
            <p:nvSpPr>
              <p:cNvPr id="410" name="다이아몬드 409">
                <a:extLst>
                  <a:ext uri="{FF2B5EF4-FFF2-40B4-BE49-F238E27FC236}">
                    <a16:creationId xmlns:a16="http://schemas.microsoft.com/office/drawing/2014/main" id="{8834C7B2-8FDC-5A7F-685A-056520FF1203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1" name="다이아몬드 410">
                <a:extLst>
                  <a:ext uri="{FF2B5EF4-FFF2-40B4-BE49-F238E27FC236}">
                    <a16:creationId xmlns:a16="http://schemas.microsoft.com/office/drawing/2014/main" id="{96AD7794-A7B5-C019-5872-E47C068B7A22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2" name="TextBox 411">
                <a:extLst>
                  <a:ext uri="{FF2B5EF4-FFF2-40B4-BE49-F238E27FC236}">
                    <a16:creationId xmlns:a16="http://schemas.microsoft.com/office/drawing/2014/main" id="{B51638CB-0D54-93A8-E83B-6B29B343BAD6}"/>
                  </a:ext>
                </a:extLst>
              </p:cNvPr>
              <p:cNvSpPr txBox="1"/>
              <p:nvPr/>
            </p:nvSpPr>
            <p:spPr>
              <a:xfrm>
                <a:off x="10280836" y="1460522"/>
                <a:ext cx="1152754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lea-lecture</a:t>
                </a:r>
                <a:endParaRPr lang="ko-KR" altLang="en-US" sz="1200" b="1" dirty="0"/>
              </a:p>
            </p:txBody>
          </p:sp>
          <p:sp>
            <p:nvSpPr>
              <p:cNvPr id="413" name="TextBox 412">
                <a:extLst>
                  <a:ext uri="{FF2B5EF4-FFF2-40B4-BE49-F238E27FC236}">
                    <a16:creationId xmlns:a16="http://schemas.microsoft.com/office/drawing/2014/main" id="{1D7C88AA-6805-A76A-6780-097ACAB4DDBA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463" name="그룹 462">
            <a:extLst>
              <a:ext uri="{FF2B5EF4-FFF2-40B4-BE49-F238E27FC236}">
                <a16:creationId xmlns:a16="http://schemas.microsoft.com/office/drawing/2014/main" id="{DB388E24-CE4D-D3C0-85A0-1CBFDCFDCF39}"/>
              </a:ext>
            </a:extLst>
          </p:cNvPr>
          <p:cNvGrpSpPr/>
          <p:nvPr/>
        </p:nvGrpSpPr>
        <p:grpSpPr>
          <a:xfrm>
            <a:off x="2738306" y="1245528"/>
            <a:ext cx="3806416" cy="3906261"/>
            <a:chOff x="2025959" y="265814"/>
            <a:chExt cx="3611662" cy="3906261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1A6651DF-EB9F-23CA-645E-9C0BA6DF28F0}"/>
                </a:ext>
              </a:extLst>
            </p:cNvPr>
            <p:cNvSpPr/>
            <p:nvPr/>
          </p:nvSpPr>
          <p:spPr>
            <a:xfrm>
              <a:off x="2025959" y="265814"/>
              <a:ext cx="3611662" cy="3645004"/>
            </a:xfrm>
            <a:prstGeom prst="roundRect">
              <a:avLst>
                <a:gd name="adj" fmla="val 3422"/>
              </a:avLst>
            </a:prstGeom>
            <a:noFill/>
            <a:ln w="444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" name="모서리가 둥근 직사각형 461">
              <a:extLst>
                <a:ext uri="{FF2B5EF4-FFF2-40B4-BE49-F238E27FC236}">
                  <a16:creationId xmlns:a16="http://schemas.microsoft.com/office/drawing/2014/main" id="{6F636117-55D4-CF1D-4280-E55A240A6D54}"/>
                </a:ext>
              </a:extLst>
            </p:cNvPr>
            <p:cNvSpPr/>
            <p:nvPr/>
          </p:nvSpPr>
          <p:spPr>
            <a:xfrm>
              <a:off x="2579352" y="3649561"/>
              <a:ext cx="2504877" cy="52251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/>
                <a:t>K8s Worker node - 1</a:t>
              </a:r>
              <a:endParaRPr kumimoji="1" lang="ko-KR" altLang="en-US" dirty="0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AB083CA-607F-8879-5089-F820099336F3}"/>
              </a:ext>
            </a:extLst>
          </p:cNvPr>
          <p:cNvGrpSpPr/>
          <p:nvPr/>
        </p:nvGrpSpPr>
        <p:grpSpPr>
          <a:xfrm>
            <a:off x="3950010" y="1668718"/>
            <a:ext cx="1214114" cy="1068545"/>
            <a:chOff x="2421945" y="2739939"/>
            <a:chExt cx="1214114" cy="1068545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99357EC0-D20B-28D6-9EB9-A6115507E65E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11" name="육각형 81">
                <a:extLst>
                  <a:ext uri="{FF2B5EF4-FFF2-40B4-BE49-F238E27FC236}">
                    <a16:creationId xmlns:a16="http://schemas.microsoft.com/office/drawing/2014/main" id="{88EF9F8A-D771-AC7D-A7E4-7FC50053172F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자유형 11">
                <a:extLst>
                  <a:ext uri="{FF2B5EF4-FFF2-40B4-BE49-F238E27FC236}">
                    <a16:creationId xmlns:a16="http://schemas.microsoft.com/office/drawing/2014/main" id="{8816F711-85C0-99F4-C53A-5160ACE7A3E1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auth-pod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B82D4B58-9F70-4326-F4DF-5E93E21DAE70}"/>
                </a:ext>
              </a:extLst>
            </p:cNvPr>
            <p:cNvGrpSpPr/>
            <p:nvPr/>
          </p:nvGrpSpPr>
          <p:grpSpPr>
            <a:xfrm>
              <a:off x="2640203" y="2739939"/>
              <a:ext cx="787395" cy="770909"/>
              <a:chOff x="10406564" y="1238502"/>
              <a:chExt cx="947321" cy="927485"/>
            </a:xfrm>
          </p:grpSpPr>
          <p:sp>
            <p:nvSpPr>
              <p:cNvPr id="7" name="다이아몬드 6">
                <a:extLst>
                  <a:ext uri="{FF2B5EF4-FFF2-40B4-BE49-F238E27FC236}">
                    <a16:creationId xmlns:a16="http://schemas.microsoft.com/office/drawing/2014/main" id="{E33469FD-E664-FEBF-FCFE-B378061EBC03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다이아몬드 7">
                <a:extLst>
                  <a:ext uri="{FF2B5EF4-FFF2-40B4-BE49-F238E27FC236}">
                    <a16:creationId xmlns:a16="http://schemas.microsoft.com/office/drawing/2014/main" id="{39088493-9770-A111-9F3A-F097E2CB6055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AA159C-7E56-6537-7548-53EAEF04BF0A}"/>
                  </a:ext>
                </a:extLst>
              </p:cNvPr>
              <p:cNvSpPr txBox="1"/>
              <p:nvPr/>
            </p:nvSpPr>
            <p:spPr>
              <a:xfrm>
                <a:off x="10406564" y="1460522"/>
                <a:ext cx="947321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lea-auth</a:t>
                </a:r>
                <a:endParaRPr lang="ko-KR" altLang="en-US" sz="1200" b="1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08EEB7-EE37-65CC-04D1-93980C5418F1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FA23EBC-3D41-24FB-C46D-9F74BB162D6F}"/>
              </a:ext>
            </a:extLst>
          </p:cNvPr>
          <p:cNvGrpSpPr/>
          <p:nvPr/>
        </p:nvGrpSpPr>
        <p:grpSpPr>
          <a:xfrm>
            <a:off x="5197328" y="2011531"/>
            <a:ext cx="1216977" cy="1939607"/>
            <a:chOff x="1793941" y="2813476"/>
            <a:chExt cx="1216977" cy="1939607"/>
          </a:xfrm>
        </p:grpSpPr>
        <p:sp>
          <p:nvSpPr>
            <p:cNvPr id="38" name="다이아몬드 37">
              <a:extLst>
                <a:ext uri="{FF2B5EF4-FFF2-40B4-BE49-F238E27FC236}">
                  <a16:creationId xmlns:a16="http://schemas.microsoft.com/office/drawing/2014/main" id="{14BD8762-A267-71E8-07D6-DB1801367178}"/>
                </a:ext>
              </a:extLst>
            </p:cNvPr>
            <p:cNvSpPr/>
            <p:nvPr/>
          </p:nvSpPr>
          <p:spPr>
            <a:xfrm>
              <a:off x="2127802" y="2813476"/>
              <a:ext cx="536330" cy="490359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18000000" lon="0" rev="0"/>
              </a:camera>
              <a:lightRig rig="threePt" dir="t"/>
            </a:scene3d>
            <a:sp3d extrusionH="1524000" contourW="38100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CB7DE64-15CB-F861-F52B-D2371A3D7B6E}"/>
                </a:ext>
              </a:extLst>
            </p:cNvPr>
            <p:cNvSpPr txBox="1"/>
            <p:nvPr/>
          </p:nvSpPr>
          <p:spPr>
            <a:xfrm>
              <a:off x="1793941" y="4476084"/>
              <a:ext cx="12169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egress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42D5E20-BAAE-6583-D0E6-5D28B5DADE26}"/>
              </a:ext>
            </a:extLst>
          </p:cNvPr>
          <p:cNvCxnSpPr>
            <a:cxnSpLocks/>
          </p:cNvCxnSpPr>
          <p:nvPr/>
        </p:nvCxnSpPr>
        <p:spPr>
          <a:xfrm>
            <a:off x="5085262" y="2410949"/>
            <a:ext cx="445927" cy="36966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04928C6-8E4D-8967-FB56-DD732DCEAC06}"/>
              </a:ext>
            </a:extLst>
          </p:cNvPr>
          <p:cNvGrpSpPr/>
          <p:nvPr/>
        </p:nvGrpSpPr>
        <p:grpSpPr>
          <a:xfrm>
            <a:off x="8351603" y="770709"/>
            <a:ext cx="1794005" cy="4927866"/>
            <a:chOff x="2333851" y="-209005"/>
            <a:chExt cx="1702216" cy="4927866"/>
          </a:xfrm>
        </p:grpSpPr>
        <p:sp>
          <p:nvSpPr>
            <p:cNvPr id="14" name="사각형: 둥근 모서리 2">
              <a:extLst>
                <a:ext uri="{FF2B5EF4-FFF2-40B4-BE49-F238E27FC236}">
                  <a16:creationId xmlns:a16="http://schemas.microsoft.com/office/drawing/2014/main" id="{804F73BA-213D-6C6D-4386-D7C7976A2267}"/>
                </a:ext>
              </a:extLst>
            </p:cNvPr>
            <p:cNvSpPr/>
            <p:nvPr/>
          </p:nvSpPr>
          <p:spPr>
            <a:xfrm>
              <a:off x="2333851" y="-209005"/>
              <a:ext cx="1702216" cy="4666609"/>
            </a:xfrm>
            <a:prstGeom prst="roundRect">
              <a:avLst>
                <a:gd name="adj" fmla="val 3422"/>
              </a:avLst>
            </a:prstGeom>
            <a:noFill/>
            <a:ln w="444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모서리가 둥근 직사각형 15">
              <a:extLst>
                <a:ext uri="{FF2B5EF4-FFF2-40B4-BE49-F238E27FC236}">
                  <a16:creationId xmlns:a16="http://schemas.microsoft.com/office/drawing/2014/main" id="{9C7A205F-A558-9838-08E7-55BBFEF4DA2A}"/>
                </a:ext>
              </a:extLst>
            </p:cNvPr>
            <p:cNvSpPr/>
            <p:nvPr/>
          </p:nvSpPr>
          <p:spPr>
            <a:xfrm>
              <a:off x="2469504" y="4196347"/>
              <a:ext cx="1523259" cy="52251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 err="1"/>
                <a:t>Iaas</a:t>
              </a:r>
              <a:r>
                <a:rPr kumimoji="1" lang="en-US" altLang="ko-KR" dirty="0"/>
                <a:t> - VPC</a:t>
              </a:r>
              <a:endParaRPr kumimoji="1" lang="ko-KR" altLang="en-US" dirty="0"/>
            </a:p>
          </p:txBody>
        </p:sp>
      </p:grpSp>
      <p:sp>
        <p:nvSpPr>
          <p:cNvPr id="17" name="원통[C] 16">
            <a:extLst>
              <a:ext uri="{FF2B5EF4-FFF2-40B4-BE49-F238E27FC236}">
                <a16:creationId xmlns:a16="http://schemas.microsoft.com/office/drawing/2014/main" id="{4D710BA5-7F91-7247-4581-E2F2178A7F7A}"/>
              </a:ext>
            </a:extLst>
          </p:cNvPr>
          <p:cNvSpPr/>
          <p:nvPr/>
        </p:nvSpPr>
        <p:spPr>
          <a:xfrm>
            <a:off x="8779373" y="1722999"/>
            <a:ext cx="938465" cy="85776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42A598-2212-C6E5-B22A-7E0557C96BED}"/>
              </a:ext>
            </a:extLst>
          </p:cNvPr>
          <p:cNvSpPr txBox="1"/>
          <p:nvPr/>
        </p:nvSpPr>
        <p:spPr>
          <a:xfrm>
            <a:off x="8907839" y="2562503"/>
            <a:ext cx="681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redis</a:t>
            </a:r>
            <a:endParaRPr kumimoji="1" lang="ko-KR" altLang="en-US" dirty="0"/>
          </a:p>
        </p:txBody>
      </p:sp>
      <p:sp>
        <p:nvSpPr>
          <p:cNvPr id="20" name="원통[C] 19">
            <a:extLst>
              <a:ext uri="{FF2B5EF4-FFF2-40B4-BE49-F238E27FC236}">
                <a16:creationId xmlns:a16="http://schemas.microsoft.com/office/drawing/2014/main" id="{3C3DEBAE-03DE-8512-DC5A-38676253A279}"/>
              </a:ext>
            </a:extLst>
          </p:cNvPr>
          <p:cNvSpPr/>
          <p:nvPr/>
        </p:nvSpPr>
        <p:spPr>
          <a:xfrm>
            <a:off x="8779373" y="3024837"/>
            <a:ext cx="938465" cy="85776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B98341-B49C-FC70-E204-A46A0F3D10C5}"/>
              </a:ext>
            </a:extLst>
          </p:cNvPr>
          <p:cNvSpPr txBox="1"/>
          <p:nvPr/>
        </p:nvSpPr>
        <p:spPr>
          <a:xfrm>
            <a:off x="8618465" y="3864341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Cubrid</a:t>
            </a:r>
            <a:r>
              <a:rPr kumimoji="1" lang="en-US" altLang="ko-KR" dirty="0"/>
              <a:t> DB</a:t>
            </a:r>
            <a:endParaRPr kumimoji="1" lang="ko-KR" altLang="en-US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4A423AD-6FCE-39EB-F2F5-C28AC1C0BFD2}"/>
              </a:ext>
            </a:extLst>
          </p:cNvPr>
          <p:cNvCxnSpPr>
            <a:cxnSpLocks/>
          </p:cNvCxnSpPr>
          <p:nvPr/>
        </p:nvCxnSpPr>
        <p:spPr>
          <a:xfrm flipV="1">
            <a:off x="5064411" y="2973744"/>
            <a:ext cx="461282" cy="27761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2596644B-5895-3566-E00A-401B026BE83D}"/>
              </a:ext>
            </a:extLst>
          </p:cNvPr>
          <p:cNvGrpSpPr/>
          <p:nvPr/>
        </p:nvGrpSpPr>
        <p:grpSpPr>
          <a:xfrm>
            <a:off x="6857999" y="2707325"/>
            <a:ext cx="1493603" cy="410046"/>
            <a:chOff x="6857999" y="2759577"/>
            <a:chExt cx="1493603" cy="410046"/>
          </a:xfrm>
        </p:grpSpPr>
        <p:sp>
          <p:nvSpPr>
            <p:cNvPr id="43" name="원통[C] 42">
              <a:extLst>
                <a:ext uri="{FF2B5EF4-FFF2-40B4-BE49-F238E27FC236}">
                  <a16:creationId xmlns:a16="http://schemas.microsoft.com/office/drawing/2014/main" id="{081B37DB-B932-5C24-6147-21AFC2DEBB4C}"/>
                </a:ext>
              </a:extLst>
            </p:cNvPr>
            <p:cNvSpPr/>
            <p:nvPr/>
          </p:nvSpPr>
          <p:spPr>
            <a:xfrm rot="5400000">
              <a:off x="7399778" y="2217798"/>
              <a:ext cx="410046" cy="1493603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37C3F2B-FB74-C2E6-1877-F3965AE9E787}"/>
                </a:ext>
              </a:extLst>
            </p:cNvPr>
            <p:cNvSpPr txBox="1"/>
            <p:nvPr/>
          </p:nvSpPr>
          <p:spPr>
            <a:xfrm>
              <a:off x="7110306" y="2835244"/>
              <a:ext cx="10857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b="1" dirty="0">
                  <a:solidFill>
                    <a:schemeClr val="bg1"/>
                  </a:solidFill>
                </a:rPr>
                <a:t>VPC Peering</a:t>
              </a:r>
              <a:endParaRPr kumimoji="1" lang="ko-KR" altLang="en-US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E470833-FD04-59CD-FA74-FC567DD0D946}"/>
              </a:ext>
            </a:extLst>
          </p:cNvPr>
          <p:cNvGrpSpPr/>
          <p:nvPr/>
        </p:nvGrpSpPr>
        <p:grpSpPr>
          <a:xfrm>
            <a:off x="836023" y="770709"/>
            <a:ext cx="6118732" cy="5025808"/>
            <a:chOff x="294752" y="-2824583"/>
            <a:chExt cx="5805669" cy="5025808"/>
          </a:xfrm>
        </p:grpSpPr>
        <p:sp>
          <p:nvSpPr>
            <p:cNvPr id="46" name="사각형: 둥근 모서리 2">
              <a:extLst>
                <a:ext uri="{FF2B5EF4-FFF2-40B4-BE49-F238E27FC236}">
                  <a16:creationId xmlns:a16="http://schemas.microsoft.com/office/drawing/2014/main" id="{057960DB-5289-1EF1-4A69-4624A9D6F8C3}"/>
                </a:ext>
              </a:extLst>
            </p:cNvPr>
            <p:cNvSpPr/>
            <p:nvPr/>
          </p:nvSpPr>
          <p:spPr>
            <a:xfrm>
              <a:off x="294752" y="-2824583"/>
              <a:ext cx="5805669" cy="4666609"/>
            </a:xfrm>
            <a:prstGeom prst="roundRect">
              <a:avLst>
                <a:gd name="adj" fmla="val 3422"/>
              </a:avLst>
            </a:prstGeom>
            <a:noFill/>
            <a:ln w="444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모서리가 둥근 직사각형 46">
              <a:extLst>
                <a:ext uri="{FF2B5EF4-FFF2-40B4-BE49-F238E27FC236}">
                  <a16:creationId xmlns:a16="http://schemas.microsoft.com/office/drawing/2014/main" id="{1AFF8C04-9AE7-ABB5-0928-4D73ABC4B519}"/>
                </a:ext>
              </a:extLst>
            </p:cNvPr>
            <p:cNvSpPr/>
            <p:nvPr/>
          </p:nvSpPr>
          <p:spPr>
            <a:xfrm>
              <a:off x="2653098" y="1678711"/>
              <a:ext cx="2504877" cy="52251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 err="1"/>
                <a:t>Kubenetes</a:t>
              </a:r>
              <a:r>
                <a:rPr kumimoji="1" lang="en-US" altLang="ko-KR" dirty="0"/>
                <a:t> VPC</a:t>
              </a:r>
              <a:endParaRPr kumimoji="1" lang="ko-KR" altLang="en-US" dirty="0"/>
            </a:p>
          </p:txBody>
        </p:sp>
      </p:grpSp>
      <p:sp>
        <p:nvSpPr>
          <p:cNvPr id="48" name="사각형: 둥근 모서리 1">
            <a:extLst>
              <a:ext uri="{FF2B5EF4-FFF2-40B4-BE49-F238E27FC236}">
                <a16:creationId xmlns:a16="http://schemas.microsoft.com/office/drawing/2014/main" id="{97C3A58A-C9FA-B441-3CC7-21297A5EB1EF}"/>
              </a:ext>
            </a:extLst>
          </p:cNvPr>
          <p:cNvSpPr/>
          <p:nvPr/>
        </p:nvSpPr>
        <p:spPr>
          <a:xfrm>
            <a:off x="1230284" y="2179659"/>
            <a:ext cx="1284037" cy="158816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K8s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Master node</a:t>
            </a:r>
            <a:endParaRPr lang="ko-KR" altLang="en-US" dirty="0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DBAFDA6-35CD-CF20-885C-D3AD08C5905C}"/>
              </a:ext>
            </a:extLst>
          </p:cNvPr>
          <p:cNvCxnSpPr>
            <a:cxnSpLocks/>
            <a:endCxn id="43" idx="3"/>
          </p:cNvCxnSpPr>
          <p:nvPr/>
        </p:nvCxnSpPr>
        <p:spPr>
          <a:xfrm>
            <a:off x="6067519" y="2908499"/>
            <a:ext cx="790481" cy="384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F351D139-4641-58D8-CFCD-5333BDB071EB}"/>
              </a:ext>
            </a:extLst>
          </p:cNvPr>
          <p:cNvCxnSpPr>
            <a:cxnSpLocks/>
            <a:stCxn id="43" idx="1"/>
            <a:endCxn id="17" idx="2"/>
          </p:cNvCxnSpPr>
          <p:nvPr/>
        </p:nvCxnSpPr>
        <p:spPr>
          <a:xfrm flipV="1">
            <a:off x="8351603" y="2151882"/>
            <a:ext cx="427770" cy="76046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71E7E32-7388-6BDC-9995-609151AA996D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8351603" y="2938467"/>
            <a:ext cx="427770" cy="51525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252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AFC1A-01BA-7D1B-028C-693B07359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그룹 506">
            <a:extLst>
              <a:ext uri="{FF2B5EF4-FFF2-40B4-BE49-F238E27FC236}">
                <a16:creationId xmlns:a16="http://schemas.microsoft.com/office/drawing/2014/main" id="{2EF3E992-AB12-36A6-6C6A-FAEC83E3346E}"/>
              </a:ext>
            </a:extLst>
          </p:cNvPr>
          <p:cNvGrpSpPr/>
          <p:nvPr/>
        </p:nvGrpSpPr>
        <p:grpSpPr>
          <a:xfrm>
            <a:off x="7398497" y="770710"/>
            <a:ext cx="1794005" cy="4850129"/>
            <a:chOff x="8559500" y="770710"/>
            <a:chExt cx="1794005" cy="4850129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F01DEB7D-BF49-6EE2-C8CE-D843CCF755D7}"/>
                </a:ext>
              </a:extLst>
            </p:cNvPr>
            <p:cNvGrpSpPr/>
            <p:nvPr/>
          </p:nvGrpSpPr>
          <p:grpSpPr>
            <a:xfrm>
              <a:off x="8559500" y="770710"/>
              <a:ext cx="1794005" cy="4850129"/>
              <a:chOff x="2333851" y="-337371"/>
              <a:chExt cx="1702216" cy="4850129"/>
            </a:xfrm>
          </p:grpSpPr>
          <p:sp>
            <p:nvSpPr>
              <p:cNvPr id="14" name="사각형: 둥근 모서리 2">
                <a:extLst>
                  <a:ext uri="{FF2B5EF4-FFF2-40B4-BE49-F238E27FC236}">
                    <a16:creationId xmlns:a16="http://schemas.microsoft.com/office/drawing/2014/main" id="{ED7309A0-50B5-ADBF-7DFA-B4EF4727AFEA}"/>
                  </a:ext>
                </a:extLst>
              </p:cNvPr>
              <p:cNvSpPr/>
              <p:nvPr/>
            </p:nvSpPr>
            <p:spPr>
              <a:xfrm>
                <a:off x="2333851" y="-337371"/>
                <a:ext cx="1702216" cy="4644818"/>
              </a:xfrm>
              <a:prstGeom prst="roundRect">
                <a:avLst>
                  <a:gd name="adj" fmla="val 3422"/>
                </a:avLst>
              </a:prstGeom>
              <a:noFill/>
              <a:ln w="444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모서리가 둥근 직사각형 15">
                <a:extLst>
                  <a:ext uri="{FF2B5EF4-FFF2-40B4-BE49-F238E27FC236}">
                    <a16:creationId xmlns:a16="http://schemas.microsoft.com/office/drawing/2014/main" id="{37A1643B-AEB9-EB83-6187-6A6902C75AB6}"/>
                  </a:ext>
                </a:extLst>
              </p:cNvPr>
              <p:cNvSpPr/>
              <p:nvPr/>
            </p:nvSpPr>
            <p:spPr>
              <a:xfrm>
                <a:off x="2423329" y="3990244"/>
                <a:ext cx="1523259" cy="5225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dirty="0" err="1"/>
                  <a:t>Iaas</a:t>
                </a:r>
                <a:r>
                  <a:rPr kumimoji="1" lang="en-US" altLang="ko-KR" dirty="0"/>
                  <a:t> - VPC</a:t>
                </a:r>
                <a:endParaRPr kumimoji="1" lang="ko-KR" altLang="en-US" dirty="0"/>
              </a:p>
            </p:txBody>
          </p:sp>
        </p:grpSp>
        <p:grpSp>
          <p:nvGrpSpPr>
            <p:cNvPr id="501" name="그룹 500">
              <a:extLst>
                <a:ext uri="{FF2B5EF4-FFF2-40B4-BE49-F238E27FC236}">
                  <a16:creationId xmlns:a16="http://schemas.microsoft.com/office/drawing/2014/main" id="{20879666-970F-FA01-49E4-A4D1C6FE9A6D}"/>
                </a:ext>
              </a:extLst>
            </p:cNvPr>
            <p:cNvGrpSpPr/>
            <p:nvPr/>
          </p:nvGrpSpPr>
          <p:grpSpPr>
            <a:xfrm>
              <a:off x="8987270" y="1851366"/>
              <a:ext cx="938465" cy="1147281"/>
              <a:chOff x="7752367" y="1851366"/>
              <a:chExt cx="938465" cy="1147281"/>
            </a:xfrm>
          </p:grpSpPr>
          <p:sp>
            <p:nvSpPr>
              <p:cNvPr id="17" name="원통[C] 16">
                <a:extLst>
                  <a:ext uri="{FF2B5EF4-FFF2-40B4-BE49-F238E27FC236}">
                    <a16:creationId xmlns:a16="http://schemas.microsoft.com/office/drawing/2014/main" id="{9C69099F-5A07-0C38-D8A1-F945EA064BC7}"/>
                  </a:ext>
                </a:extLst>
              </p:cNvPr>
              <p:cNvSpPr/>
              <p:nvPr/>
            </p:nvSpPr>
            <p:spPr>
              <a:xfrm>
                <a:off x="7752367" y="1851366"/>
                <a:ext cx="938465" cy="857765"/>
              </a:xfrm>
              <a:prstGeom prst="ca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98B1C1-220A-6506-7D0F-E97F2A0886E0}"/>
                  </a:ext>
                </a:extLst>
              </p:cNvPr>
              <p:cNvSpPr txBox="1"/>
              <p:nvPr/>
            </p:nvSpPr>
            <p:spPr>
              <a:xfrm>
                <a:off x="7984996" y="2690870"/>
                <a:ext cx="4732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dirty="0" err="1"/>
                  <a:t>loki</a:t>
                </a:r>
                <a:endParaRPr kumimoji="1" lang="ko-KR" altLang="en-US" sz="1400" dirty="0"/>
              </a:p>
            </p:txBody>
          </p:sp>
        </p:grpSp>
        <p:grpSp>
          <p:nvGrpSpPr>
            <p:cNvPr id="500" name="그룹 499">
              <a:extLst>
                <a:ext uri="{FF2B5EF4-FFF2-40B4-BE49-F238E27FC236}">
                  <a16:creationId xmlns:a16="http://schemas.microsoft.com/office/drawing/2014/main" id="{82816132-0824-4F07-351B-708833663AF0}"/>
                </a:ext>
              </a:extLst>
            </p:cNvPr>
            <p:cNvGrpSpPr/>
            <p:nvPr/>
          </p:nvGrpSpPr>
          <p:grpSpPr>
            <a:xfrm>
              <a:off x="8804721" y="3153204"/>
              <a:ext cx="1303562" cy="1165542"/>
              <a:chOff x="7634144" y="3153204"/>
              <a:chExt cx="1303562" cy="1165542"/>
            </a:xfrm>
          </p:grpSpPr>
          <p:sp>
            <p:nvSpPr>
              <p:cNvPr id="20" name="원통[C] 19">
                <a:extLst>
                  <a:ext uri="{FF2B5EF4-FFF2-40B4-BE49-F238E27FC236}">
                    <a16:creationId xmlns:a16="http://schemas.microsoft.com/office/drawing/2014/main" id="{D8AD98F2-AE7A-BDE1-4568-3A229C5B0036}"/>
                  </a:ext>
                </a:extLst>
              </p:cNvPr>
              <p:cNvSpPr/>
              <p:nvPr/>
            </p:nvSpPr>
            <p:spPr>
              <a:xfrm>
                <a:off x="7816693" y="3153204"/>
                <a:ext cx="938465" cy="857765"/>
              </a:xfrm>
              <a:prstGeom prst="ca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DA54DE-353A-E5CC-6409-8E1FB59ACA3D}"/>
                  </a:ext>
                </a:extLst>
              </p:cNvPr>
              <p:cNvSpPr txBox="1"/>
              <p:nvPr/>
            </p:nvSpPr>
            <p:spPr>
              <a:xfrm>
                <a:off x="7634144" y="4010969"/>
                <a:ext cx="13035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dirty="0"/>
                  <a:t>Metric </a:t>
                </a:r>
                <a:r>
                  <a:rPr kumimoji="1" lang="ko-KR" altLang="en-US" sz="1400" dirty="0"/>
                  <a:t>저장소</a:t>
                </a:r>
              </a:p>
            </p:txBody>
          </p:sp>
        </p:grp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24468BA1-69E4-B843-2EB8-E7CE811451DC}"/>
              </a:ext>
            </a:extLst>
          </p:cNvPr>
          <p:cNvGrpSpPr/>
          <p:nvPr/>
        </p:nvGrpSpPr>
        <p:grpSpPr>
          <a:xfrm>
            <a:off x="6196380" y="2851018"/>
            <a:ext cx="1211634" cy="410046"/>
            <a:chOff x="6557599" y="2759577"/>
            <a:chExt cx="1211634" cy="410046"/>
          </a:xfrm>
        </p:grpSpPr>
        <p:sp>
          <p:nvSpPr>
            <p:cNvPr id="43" name="원통[C] 42">
              <a:extLst>
                <a:ext uri="{FF2B5EF4-FFF2-40B4-BE49-F238E27FC236}">
                  <a16:creationId xmlns:a16="http://schemas.microsoft.com/office/drawing/2014/main" id="{05CA7269-37E4-A51A-9364-B79D7AC76201}"/>
                </a:ext>
              </a:extLst>
            </p:cNvPr>
            <p:cNvSpPr/>
            <p:nvPr/>
          </p:nvSpPr>
          <p:spPr>
            <a:xfrm rot="5400000">
              <a:off x="6958393" y="2358783"/>
              <a:ext cx="410046" cy="1211634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30D5F7A-896B-5F92-4B7F-313CE15F4EBB}"/>
                </a:ext>
              </a:extLst>
            </p:cNvPr>
            <p:cNvSpPr txBox="1"/>
            <p:nvPr/>
          </p:nvSpPr>
          <p:spPr>
            <a:xfrm>
              <a:off x="6579842" y="2835244"/>
              <a:ext cx="10857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b="1" dirty="0">
                  <a:solidFill>
                    <a:schemeClr val="bg1"/>
                  </a:solidFill>
                </a:rPr>
                <a:t>VPC Peering</a:t>
              </a:r>
              <a:endParaRPr kumimoji="1" lang="ko-KR" altLang="en-US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DB85013-50AC-4C67-3238-89810535BF0C}"/>
              </a:ext>
            </a:extLst>
          </p:cNvPr>
          <p:cNvGrpSpPr/>
          <p:nvPr/>
        </p:nvGrpSpPr>
        <p:grpSpPr>
          <a:xfrm>
            <a:off x="940527" y="770709"/>
            <a:ext cx="5362372" cy="4868904"/>
            <a:chOff x="294752" y="-2824583"/>
            <a:chExt cx="5088007" cy="4868904"/>
          </a:xfrm>
        </p:grpSpPr>
        <p:sp>
          <p:nvSpPr>
            <p:cNvPr id="46" name="사각형: 둥근 모서리 2">
              <a:extLst>
                <a:ext uri="{FF2B5EF4-FFF2-40B4-BE49-F238E27FC236}">
                  <a16:creationId xmlns:a16="http://schemas.microsoft.com/office/drawing/2014/main" id="{4739CC70-D29F-D6F0-AFD0-E1BA999ED8F6}"/>
                </a:ext>
              </a:extLst>
            </p:cNvPr>
            <p:cNvSpPr/>
            <p:nvPr/>
          </p:nvSpPr>
          <p:spPr>
            <a:xfrm>
              <a:off x="294752" y="-2824583"/>
              <a:ext cx="5088007" cy="4644819"/>
            </a:xfrm>
            <a:prstGeom prst="roundRect">
              <a:avLst>
                <a:gd name="adj" fmla="val 3422"/>
              </a:avLst>
            </a:prstGeom>
            <a:noFill/>
            <a:ln w="444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모서리가 둥근 직사각형 46">
              <a:extLst>
                <a:ext uri="{FF2B5EF4-FFF2-40B4-BE49-F238E27FC236}">
                  <a16:creationId xmlns:a16="http://schemas.microsoft.com/office/drawing/2014/main" id="{079DC459-825F-B40C-F5E5-B9A2B94B896D}"/>
                </a:ext>
              </a:extLst>
            </p:cNvPr>
            <p:cNvSpPr/>
            <p:nvPr/>
          </p:nvSpPr>
          <p:spPr>
            <a:xfrm>
              <a:off x="1586317" y="1521807"/>
              <a:ext cx="2504877" cy="52251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 err="1"/>
                <a:t>Kubenetes</a:t>
              </a:r>
              <a:r>
                <a:rPr kumimoji="1" lang="en-US" altLang="ko-KR" dirty="0"/>
                <a:t> VPC</a:t>
              </a:r>
              <a:endParaRPr kumimoji="1" lang="ko-KR" altLang="en-US" dirty="0"/>
            </a:p>
          </p:txBody>
        </p:sp>
      </p:grp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B3B01BB1-8F02-FF7E-D5F8-AEE8F943FCFC}"/>
              </a:ext>
            </a:extLst>
          </p:cNvPr>
          <p:cNvCxnSpPr>
            <a:cxnSpLocks/>
            <a:stCxn id="43" idx="1"/>
            <a:endCxn id="17" idx="2"/>
          </p:cNvCxnSpPr>
          <p:nvPr/>
        </p:nvCxnSpPr>
        <p:spPr>
          <a:xfrm flipV="1">
            <a:off x="7408014" y="2280249"/>
            <a:ext cx="418253" cy="775792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7BBE7A98-F257-499B-E209-1C96696A89E5}"/>
              </a:ext>
            </a:extLst>
          </p:cNvPr>
          <p:cNvCxnSpPr>
            <a:cxnSpLocks/>
            <a:stCxn id="43" idx="1"/>
            <a:endCxn id="20" idx="2"/>
          </p:cNvCxnSpPr>
          <p:nvPr/>
        </p:nvCxnSpPr>
        <p:spPr>
          <a:xfrm>
            <a:off x="7408014" y="3056041"/>
            <a:ext cx="418253" cy="526046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7DE74EE-B86F-32EC-A4CE-FFA3B526CBFA}"/>
              </a:ext>
            </a:extLst>
          </p:cNvPr>
          <p:cNvSpPr/>
          <p:nvPr/>
        </p:nvSpPr>
        <p:spPr>
          <a:xfrm>
            <a:off x="1519115" y="1700572"/>
            <a:ext cx="4232012" cy="2139831"/>
          </a:xfrm>
          <a:prstGeom prst="round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99" name="그룹 498">
            <a:extLst>
              <a:ext uri="{FF2B5EF4-FFF2-40B4-BE49-F238E27FC236}">
                <a16:creationId xmlns:a16="http://schemas.microsoft.com/office/drawing/2014/main" id="{545F6CEF-7B48-55D5-CD98-70BB407D80D9}"/>
              </a:ext>
            </a:extLst>
          </p:cNvPr>
          <p:cNvGrpSpPr/>
          <p:nvPr/>
        </p:nvGrpSpPr>
        <p:grpSpPr>
          <a:xfrm>
            <a:off x="1188645" y="979721"/>
            <a:ext cx="4898647" cy="3620594"/>
            <a:chOff x="1084141" y="979721"/>
            <a:chExt cx="4898647" cy="3620594"/>
          </a:xfrm>
        </p:grpSpPr>
        <p:sp>
          <p:nvSpPr>
            <p:cNvPr id="15" name="사각형: 둥근 모서리 2">
              <a:extLst>
                <a:ext uri="{FF2B5EF4-FFF2-40B4-BE49-F238E27FC236}">
                  <a16:creationId xmlns:a16="http://schemas.microsoft.com/office/drawing/2014/main" id="{C1D39960-8B64-1EF7-3869-5055433AC03F}"/>
                </a:ext>
              </a:extLst>
            </p:cNvPr>
            <p:cNvSpPr/>
            <p:nvPr/>
          </p:nvSpPr>
          <p:spPr>
            <a:xfrm>
              <a:off x="1084141" y="979721"/>
              <a:ext cx="4898647" cy="3464647"/>
            </a:xfrm>
            <a:prstGeom prst="roundRect">
              <a:avLst>
                <a:gd name="adj" fmla="val 3422"/>
              </a:avLst>
            </a:prstGeom>
            <a:noFill/>
            <a:ln w="444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모서리가 둥근 직사각형 21">
              <a:extLst>
                <a:ext uri="{FF2B5EF4-FFF2-40B4-BE49-F238E27FC236}">
                  <a16:creationId xmlns:a16="http://schemas.microsoft.com/office/drawing/2014/main" id="{6472DC38-D65F-5979-F731-CF67DB4DC957}"/>
                </a:ext>
              </a:extLst>
            </p:cNvPr>
            <p:cNvSpPr/>
            <p:nvPr/>
          </p:nvSpPr>
          <p:spPr>
            <a:xfrm>
              <a:off x="2630993" y="4207044"/>
              <a:ext cx="1804943" cy="39327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/>
                <a:t>NKS</a:t>
              </a:r>
              <a:endParaRPr kumimoji="1" lang="ko-KR" altLang="en-US" dirty="0"/>
            </a:p>
          </p:txBody>
        </p:sp>
      </p:grp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F0B0D1F-BEC4-210C-CA42-7FC8743AC474}"/>
              </a:ext>
            </a:extLst>
          </p:cNvPr>
          <p:cNvCxnSpPr>
            <a:cxnSpLocks/>
            <a:endCxn id="50" idx="5"/>
          </p:cNvCxnSpPr>
          <p:nvPr/>
        </p:nvCxnSpPr>
        <p:spPr>
          <a:xfrm flipH="1" flipV="1">
            <a:off x="4097461" y="1728453"/>
            <a:ext cx="735983" cy="301897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8A677939-067F-2273-1D35-CA081EB6C974}"/>
              </a:ext>
            </a:extLst>
          </p:cNvPr>
          <p:cNvSpPr/>
          <p:nvPr/>
        </p:nvSpPr>
        <p:spPr>
          <a:xfrm>
            <a:off x="3836743" y="1467735"/>
            <a:ext cx="305450" cy="305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D679737-CFCB-C3EC-482D-9A2C99B6A877}"/>
              </a:ext>
            </a:extLst>
          </p:cNvPr>
          <p:cNvGrpSpPr/>
          <p:nvPr/>
        </p:nvGrpSpPr>
        <p:grpSpPr>
          <a:xfrm>
            <a:off x="1932322" y="2294464"/>
            <a:ext cx="1214114" cy="1068545"/>
            <a:chOff x="2421945" y="2739939"/>
            <a:chExt cx="1214114" cy="1068545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823E24E7-ECB8-ED2D-8A5F-57259B0630F3}"/>
                </a:ext>
              </a:extLst>
            </p:cNvPr>
            <p:cNvGrpSpPr/>
            <p:nvPr/>
          </p:nvGrpSpPr>
          <p:grpSpPr>
            <a:xfrm>
              <a:off x="2421945" y="2761835"/>
              <a:ext cx="1214114" cy="1046649"/>
              <a:chOff x="2576917" y="2703042"/>
              <a:chExt cx="1214114" cy="1046649"/>
            </a:xfrm>
          </p:grpSpPr>
          <p:sp>
            <p:nvSpPr>
              <p:cNvPr id="450" name="육각형 81">
                <a:extLst>
                  <a:ext uri="{FF2B5EF4-FFF2-40B4-BE49-F238E27FC236}">
                    <a16:creationId xmlns:a16="http://schemas.microsoft.com/office/drawing/2014/main" id="{C61065EE-A6BF-9953-A4D8-2C838A9A0E9A}"/>
                  </a:ext>
                </a:extLst>
              </p:cNvPr>
              <p:cNvSpPr/>
              <p:nvPr/>
            </p:nvSpPr>
            <p:spPr>
              <a:xfrm>
                <a:off x="2576917" y="2703042"/>
                <a:ext cx="1214114" cy="1046649"/>
              </a:xfrm>
              <a:prstGeom prst="hexagon">
                <a:avLst/>
              </a:prstGeom>
              <a:solidFill>
                <a:schemeClr val="accent6">
                  <a:alpha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1" name="자유형 450">
                <a:extLst>
                  <a:ext uri="{FF2B5EF4-FFF2-40B4-BE49-F238E27FC236}">
                    <a16:creationId xmlns:a16="http://schemas.microsoft.com/office/drawing/2014/main" id="{3DE45D84-354A-278C-4FA9-751F32B5397F}"/>
                  </a:ext>
                </a:extLst>
              </p:cNvPr>
              <p:cNvSpPr/>
              <p:nvPr/>
            </p:nvSpPr>
            <p:spPr>
              <a:xfrm>
                <a:off x="2717649" y="3498459"/>
                <a:ext cx="932649" cy="241859"/>
              </a:xfrm>
              <a:custGeom>
                <a:avLst/>
                <a:gdLst>
                  <a:gd name="csX0" fmla="*/ 0 w 932649"/>
                  <a:gd name="csY0" fmla="*/ 0 h 241859"/>
                  <a:gd name="csX1" fmla="*/ 932649 w 932649"/>
                  <a:gd name="csY1" fmla="*/ 0 h 241859"/>
                  <a:gd name="csX2" fmla="*/ 811719 w 932649"/>
                  <a:gd name="csY2" fmla="*/ 241859 h 241859"/>
                  <a:gd name="csX3" fmla="*/ 120929 w 932649"/>
                  <a:gd name="csY3" fmla="*/ 241859 h 241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2649" h="241859">
                    <a:moveTo>
                      <a:pt x="0" y="0"/>
                    </a:moveTo>
                    <a:lnTo>
                      <a:pt x="932649" y="0"/>
                    </a:lnTo>
                    <a:lnTo>
                      <a:pt x="811719" y="241859"/>
                    </a:lnTo>
                    <a:lnTo>
                      <a:pt x="120929" y="241859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</a:rPr>
                  <a:t>lecture-pod</a:t>
                </a:r>
                <a:endParaRPr lang="ko-KR" altLang="en-US" sz="11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A17A8ED0-E4C0-46EF-CC6A-5793EDD45B94}"/>
                </a:ext>
              </a:extLst>
            </p:cNvPr>
            <p:cNvGrpSpPr/>
            <p:nvPr/>
          </p:nvGrpSpPr>
          <p:grpSpPr>
            <a:xfrm>
              <a:off x="2535700" y="2739939"/>
              <a:ext cx="958147" cy="770909"/>
              <a:chOff x="10280836" y="1238502"/>
              <a:chExt cx="1152754" cy="927485"/>
            </a:xfrm>
          </p:grpSpPr>
          <p:sp>
            <p:nvSpPr>
              <p:cNvPr id="62" name="다이아몬드 61">
                <a:extLst>
                  <a:ext uri="{FF2B5EF4-FFF2-40B4-BE49-F238E27FC236}">
                    <a16:creationId xmlns:a16="http://schemas.microsoft.com/office/drawing/2014/main" id="{32646C5E-8D80-9D8A-0A5F-4D148B48716A}"/>
                  </a:ext>
                </a:extLst>
              </p:cNvPr>
              <p:cNvSpPr/>
              <p:nvPr/>
            </p:nvSpPr>
            <p:spPr>
              <a:xfrm>
                <a:off x="10590620" y="1452466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190500" contourW="44450">
                <a:extrusionClr>
                  <a:schemeClr val="accent2">
                    <a:lumMod val="75000"/>
                  </a:schemeClr>
                </a:extrusionClr>
                <a:contourClr>
                  <a:schemeClr val="accent2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다이아몬드 62">
                <a:extLst>
                  <a:ext uri="{FF2B5EF4-FFF2-40B4-BE49-F238E27FC236}">
                    <a16:creationId xmlns:a16="http://schemas.microsoft.com/office/drawing/2014/main" id="{E487578B-8626-847B-D727-250B80EE2B24}"/>
                  </a:ext>
                </a:extLst>
              </p:cNvPr>
              <p:cNvSpPr/>
              <p:nvPr/>
            </p:nvSpPr>
            <p:spPr>
              <a:xfrm>
                <a:off x="10590620" y="1238502"/>
                <a:ext cx="558730" cy="558730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234950" contourW="44450">
                <a:contourClr>
                  <a:schemeClr val="bg1">
                    <a:lumMod val="75000"/>
                  </a:schemeClr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8" name="TextBox 447">
                <a:extLst>
                  <a:ext uri="{FF2B5EF4-FFF2-40B4-BE49-F238E27FC236}">
                    <a16:creationId xmlns:a16="http://schemas.microsoft.com/office/drawing/2014/main" id="{4154EF46-8D9E-2D08-2DD4-8AC580F4E3CD}"/>
                  </a:ext>
                </a:extLst>
              </p:cNvPr>
              <p:cNvSpPr txBox="1"/>
              <p:nvPr/>
            </p:nvSpPr>
            <p:spPr>
              <a:xfrm>
                <a:off x="10280836" y="1460522"/>
                <a:ext cx="1152754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lea-lecture</a:t>
                </a:r>
                <a:endParaRPr lang="ko-KR" altLang="en-US" sz="1200" b="1" dirty="0"/>
              </a:p>
            </p:txBody>
          </p:sp>
          <p:sp>
            <p:nvSpPr>
              <p:cNvPr id="449" name="TextBox 448">
                <a:extLst>
                  <a:ext uri="{FF2B5EF4-FFF2-40B4-BE49-F238E27FC236}">
                    <a16:creationId xmlns:a16="http://schemas.microsoft.com/office/drawing/2014/main" id="{11DCEA44-C7D6-945F-F451-C41FAE790DA9}"/>
                  </a:ext>
                </a:extLst>
              </p:cNvPr>
              <p:cNvSpPr txBox="1"/>
              <p:nvPr/>
            </p:nvSpPr>
            <p:spPr>
              <a:xfrm>
                <a:off x="10510497" y="1832728"/>
                <a:ext cx="718975" cy="333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/>
                  <a:t>proxy</a:t>
                </a:r>
                <a:endParaRPr lang="ko-KR" altLang="en-US" sz="1400" b="1" dirty="0"/>
              </a:p>
            </p:txBody>
          </p:sp>
        </p:grpSp>
      </p:grpSp>
      <p:sp>
        <p:nvSpPr>
          <p:cNvPr id="454" name="TextBox 453">
            <a:extLst>
              <a:ext uri="{FF2B5EF4-FFF2-40B4-BE49-F238E27FC236}">
                <a16:creationId xmlns:a16="http://schemas.microsoft.com/office/drawing/2014/main" id="{981DEF4F-4DF1-1EB0-FBCF-4CA5F3E15A48}"/>
              </a:ext>
            </a:extLst>
          </p:cNvPr>
          <p:cNvSpPr txBox="1"/>
          <p:nvPr/>
        </p:nvSpPr>
        <p:spPr>
          <a:xfrm rot="19700056">
            <a:off x="2878192" y="1964186"/>
            <a:ext cx="11737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 err="1"/>
              <a:t>Console_log</a:t>
            </a:r>
            <a:endParaRPr kumimoji="1" lang="ko-KR" altLang="en-US" sz="1400" dirty="0"/>
          </a:p>
        </p:txBody>
      </p:sp>
      <p:sp>
        <p:nvSpPr>
          <p:cNvPr id="465" name="모서리가 둥근 직사각형 464">
            <a:extLst>
              <a:ext uri="{FF2B5EF4-FFF2-40B4-BE49-F238E27FC236}">
                <a16:creationId xmlns:a16="http://schemas.microsoft.com/office/drawing/2014/main" id="{3C50313F-E3F0-7F5C-6EFC-A0BCD92DC0E7}"/>
              </a:ext>
            </a:extLst>
          </p:cNvPr>
          <p:cNvSpPr/>
          <p:nvPr/>
        </p:nvSpPr>
        <p:spPr>
          <a:xfrm>
            <a:off x="3325851" y="1181121"/>
            <a:ext cx="1280160" cy="26228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/>
              <a:t>K8s logging file</a:t>
            </a:r>
            <a:endParaRPr kumimoji="1" lang="ko-KR" altLang="en-US" sz="1100" dirty="0"/>
          </a:p>
        </p:txBody>
      </p:sp>
      <p:cxnSp>
        <p:nvCxnSpPr>
          <p:cNvPr id="471" name="직선 화살표 연결선 470">
            <a:extLst>
              <a:ext uri="{FF2B5EF4-FFF2-40B4-BE49-F238E27FC236}">
                <a16:creationId xmlns:a16="http://schemas.microsoft.com/office/drawing/2014/main" id="{3B11CC34-38C2-5729-9225-F878BB9C1410}"/>
              </a:ext>
            </a:extLst>
          </p:cNvPr>
          <p:cNvCxnSpPr>
            <a:cxnSpLocks/>
            <a:stCxn id="450" idx="5"/>
            <a:endCxn id="50" idx="3"/>
          </p:cNvCxnSpPr>
          <p:nvPr/>
        </p:nvCxnSpPr>
        <p:spPr>
          <a:xfrm flipV="1">
            <a:off x="2884774" y="1728453"/>
            <a:ext cx="996701" cy="58790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모서리가 둥근 직사각형 473">
            <a:extLst>
              <a:ext uri="{FF2B5EF4-FFF2-40B4-BE49-F238E27FC236}">
                <a16:creationId xmlns:a16="http://schemas.microsoft.com/office/drawing/2014/main" id="{6DAA8C9A-9DE4-B580-0174-2FC836ECDDD9}"/>
              </a:ext>
            </a:extLst>
          </p:cNvPr>
          <p:cNvSpPr/>
          <p:nvPr/>
        </p:nvSpPr>
        <p:spPr>
          <a:xfrm>
            <a:off x="2732650" y="3600910"/>
            <a:ext cx="1804943" cy="3932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Worker node</a:t>
            </a:r>
            <a:endParaRPr kumimoji="1" lang="ko-KR" altLang="en-US" dirty="0"/>
          </a:p>
        </p:txBody>
      </p:sp>
      <p:cxnSp>
        <p:nvCxnSpPr>
          <p:cNvPr id="475" name="직선 화살표 연결선 474">
            <a:extLst>
              <a:ext uri="{FF2B5EF4-FFF2-40B4-BE49-F238E27FC236}">
                <a16:creationId xmlns:a16="http://schemas.microsoft.com/office/drawing/2014/main" id="{5529611C-A3BF-439F-EC76-1F3C28E883C5}"/>
              </a:ext>
            </a:extLst>
          </p:cNvPr>
          <p:cNvCxnSpPr>
            <a:cxnSpLocks/>
            <a:stCxn id="489" idx="3"/>
          </p:cNvCxnSpPr>
          <p:nvPr/>
        </p:nvCxnSpPr>
        <p:spPr>
          <a:xfrm flipH="1">
            <a:off x="3027920" y="3077414"/>
            <a:ext cx="1724091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7" name="TextBox 476">
            <a:extLst>
              <a:ext uri="{FF2B5EF4-FFF2-40B4-BE49-F238E27FC236}">
                <a16:creationId xmlns:a16="http://schemas.microsoft.com/office/drawing/2014/main" id="{FCB832C4-FB44-944F-0FFC-39D190C91DFD}"/>
              </a:ext>
            </a:extLst>
          </p:cNvPr>
          <p:cNvSpPr txBox="1"/>
          <p:nvPr/>
        </p:nvSpPr>
        <p:spPr>
          <a:xfrm>
            <a:off x="3625809" y="3055447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Metrics</a:t>
            </a:r>
            <a:endParaRPr kumimoji="1" lang="ko-KR" altLang="en-US" sz="1400" dirty="0"/>
          </a:p>
        </p:txBody>
      </p:sp>
      <p:sp>
        <p:nvSpPr>
          <p:cNvPr id="479" name="육각형[H] 478">
            <a:extLst>
              <a:ext uri="{FF2B5EF4-FFF2-40B4-BE49-F238E27FC236}">
                <a16:creationId xmlns:a16="http://schemas.microsoft.com/office/drawing/2014/main" id="{1DBDC6B5-429B-9044-299B-F61A9801034F}"/>
              </a:ext>
            </a:extLst>
          </p:cNvPr>
          <p:cNvSpPr/>
          <p:nvPr/>
        </p:nvSpPr>
        <p:spPr>
          <a:xfrm>
            <a:off x="4741809" y="1825489"/>
            <a:ext cx="848707" cy="731644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/>
              <a:t>Fluent-bit</a:t>
            </a:r>
            <a:endParaRPr kumimoji="1" lang="ko-KR" altLang="en-US" sz="1100" dirty="0"/>
          </a:p>
        </p:txBody>
      </p:sp>
      <p:sp>
        <p:nvSpPr>
          <p:cNvPr id="489" name="육각형[H] 488">
            <a:extLst>
              <a:ext uri="{FF2B5EF4-FFF2-40B4-BE49-F238E27FC236}">
                <a16:creationId xmlns:a16="http://schemas.microsoft.com/office/drawing/2014/main" id="{7D4161D7-E662-1BB8-6C4B-5DF061278509}"/>
              </a:ext>
            </a:extLst>
          </p:cNvPr>
          <p:cNvSpPr/>
          <p:nvPr/>
        </p:nvSpPr>
        <p:spPr>
          <a:xfrm>
            <a:off x="4752011" y="2711592"/>
            <a:ext cx="848707" cy="731644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/>
              <a:t>Prometheus</a:t>
            </a:r>
            <a:endParaRPr kumimoji="1" lang="ko-KR" altLang="en-US" sz="1100" dirty="0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70F88420-9004-E74C-338D-A90D33AC73AE}"/>
              </a:ext>
            </a:extLst>
          </p:cNvPr>
          <p:cNvCxnSpPr>
            <a:cxnSpLocks/>
            <a:stCxn id="479" idx="0"/>
            <a:endCxn id="43" idx="3"/>
          </p:cNvCxnSpPr>
          <p:nvPr/>
        </p:nvCxnSpPr>
        <p:spPr>
          <a:xfrm>
            <a:off x="5590516" y="2191311"/>
            <a:ext cx="605864" cy="86473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직선 화살표 연결선 493">
            <a:extLst>
              <a:ext uri="{FF2B5EF4-FFF2-40B4-BE49-F238E27FC236}">
                <a16:creationId xmlns:a16="http://schemas.microsoft.com/office/drawing/2014/main" id="{3D28760E-0006-59F0-F27C-B645319824F2}"/>
              </a:ext>
            </a:extLst>
          </p:cNvPr>
          <p:cNvCxnSpPr>
            <a:cxnSpLocks/>
            <a:stCxn id="489" idx="0"/>
            <a:endCxn id="44" idx="1"/>
          </p:cNvCxnSpPr>
          <p:nvPr/>
        </p:nvCxnSpPr>
        <p:spPr>
          <a:xfrm flipV="1">
            <a:off x="5600718" y="3065185"/>
            <a:ext cx="617905" cy="1222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TextBox 496">
            <a:extLst>
              <a:ext uri="{FF2B5EF4-FFF2-40B4-BE49-F238E27FC236}">
                <a16:creationId xmlns:a16="http://schemas.microsoft.com/office/drawing/2014/main" id="{C6FD9E2F-EDF5-5426-6E42-F83D8D5097BC}"/>
              </a:ext>
            </a:extLst>
          </p:cNvPr>
          <p:cNvSpPr txBox="1"/>
          <p:nvPr/>
        </p:nvSpPr>
        <p:spPr>
          <a:xfrm>
            <a:off x="3708607" y="2743870"/>
            <a:ext cx="64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b="1" dirty="0">
                <a:solidFill>
                  <a:schemeClr val="accent6"/>
                </a:solidFill>
              </a:rPr>
              <a:t>pull</a:t>
            </a:r>
            <a:endParaRPr kumimoji="1" lang="ko-KR" altLang="en-US" b="1" dirty="0">
              <a:solidFill>
                <a:schemeClr val="accent6"/>
              </a:solidFill>
            </a:endParaRP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987A8619-6827-A57A-ED15-6F5AE594E81B}"/>
              </a:ext>
            </a:extLst>
          </p:cNvPr>
          <p:cNvSpPr txBox="1"/>
          <p:nvPr/>
        </p:nvSpPr>
        <p:spPr>
          <a:xfrm rot="3152428">
            <a:off x="5675462" y="2271703"/>
            <a:ext cx="7882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b="1" dirty="0">
                <a:solidFill>
                  <a:schemeClr val="accent2"/>
                </a:solidFill>
              </a:rPr>
              <a:t>push</a:t>
            </a:r>
            <a:endParaRPr kumimoji="1" lang="ko-KR" alt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67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626</Words>
  <Application>Microsoft Office PowerPoint</Application>
  <PresentationFormat>와이드스크린</PresentationFormat>
  <Paragraphs>353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이상민</dc:creator>
  <cp:lastModifiedBy>상민 이</cp:lastModifiedBy>
  <cp:revision>48</cp:revision>
  <dcterms:created xsi:type="dcterms:W3CDTF">2025-12-28T02:19:33Z</dcterms:created>
  <dcterms:modified xsi:type="dcterms:W3CDTF">2026-01-27T01:16:21Z</dcterms:modified>
</cp:coreProperties>
</file>